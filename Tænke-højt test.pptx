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Lato" panose="020F0502020204030203" pitchFamily="34" charset="0"/>
      <p:regular r:id="rId8"/>
      <p:bold r:id="rId9"/>
      <p:italic r:id="rId10"/>
      <p:boldItalic r:id="rId11"/>
    </p:embeddedFont>
    <p:embeddedFont>
      <p:font typeface="Raleway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255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84a544e231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84a544e231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84a544e231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84a544e231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4a544e3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84a544e38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erdesign.dk/usability-test/taenke-hojt-test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innovation.sites.ku.dk/files/2013/12/Brugertest_innovation.blogs_.ku_.dk_.pdf" TargetMode="External"/><Relationship Id="rId4" Type="http://schemas.openxmlformats.org/officeDocument/2006/relationships/hyperlink" Target="https://tovejs.dk/2020/05/28/taenke-hoejt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Tænkehøjt test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5" y="3172900"/>
            <a:ext cx="7688100" cy="9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Virker designet?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Men vigtigst virker brugervenligheden?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Test af hele hjemmesiden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En tænke-højt test, tester både design og brugervenlighed.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Vi bruger denne test til at undersøge om bruger kan forstå designet og finde rundt på hjemmesiden.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a"/>
              <a:t>Hvad tester vi:</a:t>
            </a:r>
            <a:endParaRPr/>
          </a:p>
          <a:p>
            <a:pPr marL="457200" lvl="0" indent="-292576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da"/>
              <a:t>Generel forståelse af hvad siden handler om (Overordnet indhold)</a:t>
            </a:r>
            <a:endParaRPr/>
          </a:p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da"/>
              <a:t>Hvad siger testpersonen om følelser (Værdier og følelser)</a:t>
            </a:r>
            <a:endParaRPr/>
          </a:p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da"/>
              <a:t>Stiller opgaver</a:t>
            </a:r>
            <a:endParaRPr/>
          </a:p>
          <a:p>
            <a:pPr marL="914400" lvl="1" indent="-282733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da"/>
              <a:t>Køb noget</a:t>
            </a:r>
            <a:endParaRPr/>
          </a:p>
          <a:p>
            <a:pPr marL="914400" lvl="1" indent="-282733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da"/>
              <a:t>Kontakt os</a:t>
            </a:r>
            <a:endParaRPr/>
          </a:p>
          <a:p>
            <a:pPr marL="914400" lvl="1" indent="-282733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da"/>
              <a:t>Find en artikel</a:t>
            </a:r>
            <a:endParaRPr/>
          </a:p>
          <a:p>
            <a:pPr marL="914400" lvl="1" indent="-282733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da"/>
              <a:t>o.s.v.</a:t>
            </a:r>
            <a:endParaRPr/>
          </a:p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da"/>
              <a:t>Når vi bryder konventioner, skal der testes på det (En “underlig” menu, kan brugeren finde ud af den)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Hvordan</a:t>
            </a:r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5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Lav test opgaver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Find deltager (Skal være i målgruppen)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Forklar formålet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da"/>
              <a:t>Tester ikke dig, men siden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da"/>
              <a:t>Gør for at finder ud af hvad der skal forbedres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da"/>
              <a:t>Det er en tidlig fase, det er ikke færdigt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Forklar hvad der skal foregå og at de ikke kan få hjælp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Kør tænke-højt testen (stil de forskellige opgaver undervejs)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Snak med person efter testen, om evt. at uddybe hvad var svært eller nemt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Skriv ned hvad du har fundet ud af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Kilder</a:t>
            </a: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u="sng">
                <a:solidFill>
                  <a:schemeClr val="hlink"/>
                </a:solidFill>
                <a:hlinkClick r:id="rId3"/>
              </a:rPr>
              <a:t>https://www.userdesign.dk/usability-test/taenke-hojt-test/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a" u="sng">
                <a:solidFill>
                  <a:schemeClr val="hlink"/>
                </a:solidFill>
                <a:hlinkClick r:id="rId4"/>
              </a:rPr>
              <a:t>https://tovejs.dk/2020/05/28/taenke-hoejt/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a" u="sng">
                <a:solidFill>
                  <a:schemeClr val="hlink"/>
                </a:solidFill>
                <a:hlinkClick r:id="rId5"/>
              </a:rPr>
              <a:t>https://innovation.sites.ku.dk/files/2013/12/Brugertest_innovation.blogs_.ku_.dk_.pdf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B65118-F89B-91E5-1619-C54C129B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Øvelse: 3 og 3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2615D49-254A-4DB9-0383-0CE9C6238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88950" indent="-342900">
              <a:buFont typeface="+mj-lt"/>
              <a:buAutoNum type="arabicPeriod"/>
            </a:pPr>
            <a:r>
              <a:rPr lang="da-DK" dirty="0"/>
              <a:t>Brug 5 minutter på at lave opgaver, til dit site</a:t>
            </a:r>
          </a:p>
          <a:p>
            <a:pPr marL="488950" indent="-342900">
              <a:buFont typeface="+mj-lt"/>
              <a:buAutoNum type="arabicPeriod"/>
            </a:pPr>
            <a:r>
              <a:rPr lang="da-DK" dirty="0"/>
              <a:t>Tænk over hvordan du skal sætte din test person ind i hvad der skal foregå</a:t>
            </a:r>
          </a:p>
          <a:p>
            <a:pPr marL="488950" indent="-342900">
              <a:buFont typeface="+mj-lt"/>
              <a:buAutoNum type="arabicPeriod"/>
            </a:pPr>
            <a:endParaRPr lang="da-DK" dirty="0"/>
          </a:p>
          <a:p>
            <a:pPr marL="488950" indent="-342900">
              <a:buFont typeface="+mj-lt"/>
              <a:buAutoNum type="arabicPeriod"/>
            </a:pPr>
            <a:r>
              <a:rPr lang="da-DK" dirty="0"/>
              <a:t>Når alle 3 er klar, udpeg en som tester, en som observator, og den der skal have testet sit site, som bliver facilitator</a:t>
            </a:r>
          </a:p>
          <a:p>
            <a:pPr marL="488950" indent="-342900">
              <a:buFont typeface="+mj-lt"/>
              <a:buAutoNum type="arabicPeriod"/>
            </a:pPr>
            <a:r>
              <a:rPr lang="da-DK" dirty="0"/>
              <a:t>Roter mellem rollerne til alle har været i gennem</a:t>
            </a:r>
          </a:p>
          <a:p>
            <a:pPr marL="488950" indent="-342900">
              <a:buFont typeface="+mj-lt"/>
              <a:buAutoNum type="arabicPeriod"/>
            </a:pPr>
            <a:r>
              <a:rPr lang="da-DK" dirty="0"/>
              <a:t>Brug </a:t>
            </a:r>
            <a:r>
              <a:rPr lang="da-DK" dirty="0" err="1"/>
              <a:t>maks</a:t>
            </a:r>
            <a:r>
              <a:rPr lang="da-DK" dirty="0"/>
              <a:t> 10 minutter på hver test runde </a:t>
            </a:r>
          </a:p>
          <a:p>
            <a:pPr marL="488950" indent="-342900">
              <a:buFont typeface="+mj-lt"/>
              <a:buAutoNum type="arabicPeriod"/>
            </a:pPr>
            <a:r>
              <a:rPr lang="da-DK" dirty="0"/>
              <a:t>Evaluere efter hver runde eller til slut, prøv at forklare hvad I selv syntes var svært, når I </a:t>
            </a:r>
            <a:r>
              <a:rPr lang="da-DK"/>
              <a:t>giver feedback kun sig det der gik godt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56885137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</Words>
  <Application>Microsoft Office PowerPoint</Application>
  <PresentationFormat>Skærmshow (16:9)</PresentationFormat>
  <Paragraphs>39</Paragraphs>
  <Slides>5</Slides>
  <Notes>4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</vt:i4>
      </vt:variant>
    </vt:vector>
  </HeadingPairs>
  <TitlesOfParts>
    <vt:vector size="9" baseType="lpstr">
      <vt:lpstr>Lato</vt:lpstr>
      <vt:lpstr>Arial</vt:lpstr>
      <vt:lpstr>Raleway</vt:lpstr>
      <vt:lpstr>Streamline</vt:lpstr>
      <vt:lpstr>Tænkehøjt test</vt:lpstr>
      <vt:lpstr>Test af hele hjemmesiden</vt:lpstr>
      <vt:lpstr>Hvordan</vt:lpstr>
      <vt:lpstr>Kilder</vt:lpstr>
      <vt:lpstr>Øvelse: 3 og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Mikkel Sinius Nielsen</cp:lastModifiedBy>
  <cp:revision>1</cp:revision>
  <dcterms:modified xsi:type="dcterms:W3CDTF">2025-10-01T19:49:08Z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2025-10-01T19:49:08Z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6a594b95-4be4-4f43-a793-cf3986c1877c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