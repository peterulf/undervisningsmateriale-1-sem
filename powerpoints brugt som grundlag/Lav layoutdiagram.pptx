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9" r:id="rId3"/>
    <p:sldId id="257" r:id="rId4"/>
    <p:sldId id="258" r:id="rId5"/>
    <p:sldId id="260" r:id="rId6"/>
    <p:sldId id="262" r:id="rId7"/>
    <p:sldId id="261" r:id="rId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PT Sans Narrow" panose="020B0506020203020204" pitchFamily="34" charset="77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39" d="100"/>
          <a:sy n="139" d="100"/>
        </p:scale>
        <p:origin x="176" y="5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02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24575,'32'2'0,"0"0"0,0 2 0,0 1 0,48 15 0,-65-16 0,0-2 0,1 1 0,-1-2 0,1 0 0,-1-1 0,1 0 0,-1-1 0,1-1 0,-1-1 0,0 0 0,0 0 0,0-2 0,0 0 0,-1-1 0,19-10 0,-31 15 0,-1 0 0,0 0 0,1 0 0,-1 0 0,1 0 0,0 0 0,-1 0 0,1 0 0,-1 1 0,1-1 0,0 1 0,0-1 0,-1 1 0,1 0 0,0-1 0,0 1 0,0 0 0,-1 0 0,1 0 0,0 1 0,0-1 0,0 0 0,-1 1 0,1-1 0,0 1 0,-1-1 0,1 1 0,0 0 0,-1 0 0,1 0 0,1 1 0,-1 2 0,0-1 0,0 1 0,0-1 0,-1 1 0,1 0 0,-1-1 0,0 1 0,0 0 0,0 0 0,-1 0 0,0 0 0,1 0 0,-2 6 0,0 40 0,-2-1 0,-12 60 0,12-82 0,1 1 0,1 30 0,1-35 0,0 1 0,-2 0 0,-6 34 0,1-2 96,7-44-461,-1 0 0,-1 0-1,-4 18 1,1-17-6461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03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24575,'79'-11'0,"0"1"0,2 8 0,136 5 0,-215-3 0,0 1 0,0-1 0,0 0 0,0 1 0,-1-1 0,1 1 0,0-1 0,0 1 0,-1 0 0,1 0 0,0 0 0,-1 0 0,1 0 0,-1 0 0,1 0 0,-1 1 0,0-1 0,0 0 0,1 1 0,-1-1 0,0 1 0,0 0 0,1 1 0,-1 1 0,1 1 0,-1-1 0,0 1 0,0-1 0,-1 1 0,1-1 0,-1 1 0,0-1 0,0 7 0,-2 4 0,-1 0 0,0 0 0,-1 0 0,-11 27 0,-1 0 0,2 1 0,-15 78 0,13-48 0,13-62 0,-1 0 0,0-1 0,-1 0 0,-10 17 0,9-18 0,1 1 0,0 0 0,1 0 0,0 0 0,-3 11 0,-7 25-1365,11-32-5461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07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 24575,'7'-1'0,"0"0"0,0 0 0,0-1 0,0 0 0,0 0 0,-1-1 0,1 0 0,-1 0 0,1-1 0,5-4 0,-5 4 0,0 0 0,0 0 0,0 1 0,0-1 0,1 2 0,-1-1 0,1 1 0,13-2 0,37-6 0,-48 7 0,-1 1 0,1 0 0,0 0 0,-1 1 0,1 0 0,0 1 0,0 0 0,0 1 0,19 3 0,-27-3 0,0 1 0,1-1 0,-1 1 0,0 0 0,0-1 0,0 1 0,0 0 0,0 1 0,0-1 0,0 0 0,-1 0 0,1 1 0,-1-1 0,0 1 0,1-1 0,-1 1 0,0 0 0,0 3 0,12 60 0,-7-28 0,-2-21 0,0 0 0,-2 1 0,0 0 0,-1-1 0,-1 1 0,-1-1 0,-4 30 0,-1-16 0,-1-2 0,-2 1 0,-18 43 0,23-67 0,1 0 0,-1 0 0,0-1 0,0 0 0,-1 1 0,0-2 0,1 1 0,-2 0 0,1-1 0,-11 6 0,2-1 0,0-1 0,-1 0 0,-20 6 0,-20 3 0,42-14 0,0 1 0,0 0 0,1 0 0,0 1 0,0 1 0,0 0 0,0 1 0,-16 12 0,28-19 0,-1 0 0,1 1 0,0-1 0,0 0 0,-1 0 0,1 0 0,0 0 0,0 0 0,0 1 0,0-1 0,-1 0 0,1 0 0,0 0 0,0 1 0,0-1 0,0 0 0,0 0 0,-1 0 0,1 1 0,0-1 0,0 0 0,0 0 0,0 1 0,0-1 0,0 0 0,0 0 0,0 1 0,0-1 0,0 0 0,0 0 0,0 1 0,0-1 0,0 0 0,0 0 0,0 1 0,0-1 0,1 0 0,-1 0 0,0 0 0,0 1 0,0-1 0,0 0 0,0 0 0,0 0 0,1 1 0,15 4 0,30-3 0,-36-2 0,21 4 0,-1 1 0,49 15 0,-53-12 0,-1-2 0,1 0 0,0-2 0,34 2 0,-7-5-78,-32 1-137,1-2 1,-1 0-1,1-1 1,0-1-1,28-7 1,-37 5-6612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10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0 200 24575,'5'-1'0,"0"0"0,0 0 0,-1-1 0,1 0 0,-1 0 0,1 0 0,-1 0 0,0-1 0,0 0 0,0 0 0,0 0 0,0 0 0,0 0 0,3-5 0,34-24 0,42-13 0,-58 30 0,1 1 0,37-14 0,-48 22 0,1 1 0,0 0 0,0 1 0,24-2 0,-35 5 0,-1 1 0,1 0 0,-1 0 0,1 1 0,-1-1 0,1 1 0,-1 0 0,0 0 0,1 1 0,-1-1 0,0 1 0,0 0 0,0 0 0,0 0 0,0 0 0,-1 1 0,1 0 0,-1 0 0,1 0 0,-1 0 0,4 5 0,-1-1 0,1 1 0,-2 0 0,1 1 0,-1-1 0,0 1 0,-1 0 0,0 0 0,-1 1 0,0-1 0,0 1 0,2 15 0,33 174 0,-19-110 0,-13-70 0,-1 1 0,-1 0 0,0 0 0,-2 0 0,0 0 0,-1 0 0,-1 1 0,-1-1 0,-5 25 0,5-41 0,-1 0 0,1 0 0,-1-1 0,0 1 0,0 0 0,-1-1 0,1 1 0,-1-1 0,0 0 0,1 0 0,-2 0 0,1 0 0,0 0 0,0-1 0,-1 1 0,1-1 0,-6 2 0,-8 4 0,0 0 0,-33 7 0,-4 3 0,23-6 0,-48 12 0,-8 1 0,71-20 0,0-1 0,-1-1 0,-32 3 0,-33 6 0,151-12 0,-26 2 0,35-3 0,104 3 0,-164 1 0,-2 0 0,1 2 0,0 0 0,16 8 0,2 0 0,-7-5 63,44 8 1,21 5-1556,-80-17-5334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12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1 24575,'35'0'0,"-1"1"0,1 2 0,57 12 0,-77-11 0,-1 0 0,0 1 0,0 1 0,0 0 0,-1 1 0,0 0 0,0 1 0,-1 1 0,0 0 0,0 1 0,10 11 0,10 5 0,-26-22 0,0 0 0,-1 1 0,1 0 0,-1 0 0,9 10 0,16 20 0,-24-30 0,-1 0 0,0 0 0,-1 0 0,1 1 0,-1 0 0,0 0 0,4 9 0,-7-12 0,-1-1 0,1 0 0,-1 1 0,0-1 0,1 1 0,-1-1 0,-1 0 0,1 1 0,0-1 0,0 1 0,-1-1 0,0 0 0,1 1 0,-1-1 0,0 0 0,0 0 0,0 0 0,0 1 0,-1-1 0,1 0 0,-1 0 0,1-1 0,-1 1 0,1 0 0,-1 0 0,0-1 0,-2 2 0,-5 4 0,0 0 0,0 0 0,-1-1 0,1-1 0,-1 0 0,-1 0 0,-19 6 0,-82 15 0,32-9 0,-33 3 0,63-12 0,23-5 0,0-1 0,-39-3 0,-28 1 0,94 0 0,-1 0 0,0 0 0,0 0 0,0 0 0,1-1 0,-1 1 0,0 0 0,0 0 0,0 1 0,1-1 0,-1 0 0,0 0 0,0 0 0,0 0 0,1 1 0,-1-1 0,0 0 0,0 1 0,1-1 0,-1 1 0,0-1 0,1 0 0,-1 1 0,0 0 0,1-1 0,-1 1 0,1-1 0,-2 2 0,23 10 0,42 4 0,-36-10 0,1 1 0,40 18 0,-14-6 0,-45-15 0,1 0 0,-1 1 0,0 0 0,0 1 0,14 12 0,-15-12 0,1 0 0,-1 0 0,1 0 0,0-1 0,18 7 0,-26-12 0,0 0 0,0 0 0,0 1 0,0-1 0,0 0 0,1 1 0,-1-1 0,0 1 0,0-1 0,0 1 0,0 0 0,0-1 0,0 1 0,0 0 0,-1 0 0,1-1 0,0 1 0,0 0 0,0 0 0,-1 0 0,1 0 0,-1 0 0,1 0 0,-1 0 0,1 0 0,-1 1 0,1 0 0,-1 0 0,-1-1 0,1 1 0,-1-1 0,0 1 0,1-1 0,-1 1 0,0-1 0,0 0 0,0 1 0,0-1 0,0 0 0,0 0 0,0 1 0,0-1 0,0 0 0,-1 0 0,0 0 0,-6 5 0,0-1 0,0-1 0,0 1 0,-1-1 0,1-1 0,-12 4 0,-69 15 0,55-12 0,-1-1 0,0-1 0,0-3 0,0 0 0,-1-3 0,-40-1 0,52-5 0,1-1 0,-1-2 0,1 0 0,-30-14 0,-37-11 0,74 26-1365,3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14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20 24575,'81'-10'0,"-70"7"0,1 1 0,0 0 0,-1 1 0,1 0 0,0 1 0,0 0 0,0 1 0,0 0 0,12 3 0,-15-1 0,8 1 0,-1 1 0,0 0 0,0 2 0,-1-1 0,24 16 0,-8-5 0,0-1 0,55 20 0,-29-12 0,252 109 0,-303-130 0,-1-1 0,0 1 0,0 0 0,0 0 0,0 1 0,0 0 0,0 0 0,-1 0 0,0 0 0,0 0 0,0 1 0,0 0 0,-1 0 0,6 10 0,-8-12 0,0 0 0,-1 1 0,1-1 0,0 1 0,-1-1 0,0 1 0,0 0 0,0-1 0,0 1 0,-1-1 0,1 1 0,-1-1 0,0 1 0,0-1 0,0 0 0,0 1 0,-1-1 0,1 0 0,-1 0 0,0 0 0,0 0 0,0 0 0,0 0 0,-1-1 0,1 1 0,-4 2 0,-5 7 0,-1-1 0,-1 0 0,0-1 0,-1 0 0,0-1 0,0-1 0,0 0 0,-1-1 0,-1-1 0,1 0 0,-1-1 0,-24 5 0,-45 17 0,65-19 0,1-2 0,-38 9 0,52-14 0,0-1 0,0 1 0,0 0 0,0 0 0,0 0 0,0 1 0,0-1 0,1 1 0,-7 4 0,15-3 0,0 0 0,0-1 0,0 1 0,1-1 0,-1 0 0,1-1 0,6 3 0,12 1 0,-1 0 0,-1 2 0,1 0 0,-1 2 0,35 19 0,-40-20 0,-1-1 0,1 0 0,1-1 0,-1-1 0,29 6 0,-28-8 0,0 1 0,-1 1 0,1 0 0,-1 1 0,30 17 0,-24-9 0,-1 1 0,24 21 0,-39-30 0,0 0 0,0 0 0,-1 1 0,1-1 0,-1 1 0,-1 0 0,0 1 0,0-1 0,0 1 0,4 14 0,-7-19 0,-1 0 0,0 1 0,0-1 0,0 1 0,0-1 0,-1 0 0,1 1 0,-1-1 0,0 0 0,0 1 0,0-1 0,-1 0 0,1 0 0,-1 0 0,1 0 0,-1 0 0,0 0 0,0-1 0,-4 5 0,-8 8 0,0-1 0,-21 16 0,4-3 0,16-14 0,0-1 0,-1 0 0,0-1 0,-1-1 0,0 0 0,-24 9 0,4-1 0,-2 4 0,32-17 0,0-1 0,-1 1 0,1-1 0,-1-1 0,1 0 0,-1 0 0,0 0 0,0-1 0,-1 0 0,-13 1 0,3-1 0,0 1 0,-1 1 0,2 0 0,-32 13 0,33-11 0,-1 0 0,0-1 0,0 0 0,0-2 0,-25 2 0,37-5 0,-46 2 0,-1-3 0,-95-13 0,-10-15 0,127 23 120,26-1-321,16-2-1083,-2 4-5542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20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24575,'2'19'0,"1"0"0,1 0 0,0-1 0,1 1 0,1-1 0,1 0 0,1-1 0,0 1 0,18 25 0,14 33 0,-4-9 0,-24-46 0,19 43 0,-19-37 0,1-1 0,2 0 0,18 25 0,20 34 0,-34-52 0,1 0 0,2-2 0,36 41 0,87 78 0,-107-113 0,-22-24 0,1-1 0,0-1 0,0 0 0,25 10 0,-27-13 0,10 2 0,0-2 0,0 0 0,1-2 0,0-1 0,0-1 0,28 1 0,-49-5 0,305 4 0,-166-6 0,-116 2 0,-3 1 0,1-1 0,-1-1 0,1-1 0,-1-1 0,0-2 0,46-13 0,3-5 0,-53 17 0,0 0 0,0-1 0,35-19 0,23-9 0,-65 30 0,1 0 0,-1-1 0,-1-1 0,1 0 0,-1-1 0,22-17 0,-27 18 0,1 1 0,0 0 0,0 0 0,0 1 0,19-8 0,-18 9 0,-1 0 0,1-1 0,-1 0 0,0 0 0,0-1 0,12-11 0,4-5 0,1 1 0,44-28 0,-44 32 0,1-2 0,46-42 0,36-28 0,-80 59 0,0-1 0,-2-1 0,31-50 0,-33 46 0,12-24 0,-28 43 0,1-1 0,20-25 0,-19 30 0,-2-1 0,1-1 0,-2 1 0,10-25 0,-15 31 0,-1 2 0,-1 1 0,1-1 0,0 1 0,0 0 0,1 0 0,0 0 0,-1 0 0,2 0 0,-1 0 0,0 1 0,5-5 0,-7 10-32,0-1 1,0 0-1,-1 1 0,1-1 0,0 1 0,-1-1 0,1 1 0,0-1 1,-1 1-1,1-1 0,-1 1 0,1 0 0,-1-1 0,1 1 0,-1 0 1,0-1-1,1 1 0,-1 0 0,0 0 0,1 0 0,-1-1 0,0 1 1,0 0-1,0 0 0,0 0 0,0-1 0,0 1 0,0 0 1,0 2-1,0-2-378,2 13-6416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22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514 1 24575,'-5'1'0,"1"0"0,0 1 0,0-1 0,0 1 0,0 0 0,0 0 0,0 1 0,1-1 0,-1 1 0,-4 4 0,-22 13 0,14-13 0,0-1 0,0-1 0,0-1 0,-1 0 0,1-1 0,-1-1 0,-30 1 0,39-3 0,1 1 0,-1 1 0,1 0 0,-1 0 0,1 0 0,0 0 0,-1 1 0,2 1 0,-1-1 0,0 1 0,1 0 0,-7 6 0,6-5 0,0-1 0,0 1 0,0-1 0,-1 0 0,1 0 0,-1-1 0,0 0 0,0-1 0,0 0 0,-17 2 0,-33-4-1365,41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23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24575,'2'11'0,"0"0"0,1-1 0,0 1 0,1 0 0,0-1 0,0 0 0,1 0 0,1 0 0,0-1 0,13 18 0,16 29 0,-30-46-170,-1-1-1,2 1 0,0-1 1,0 0-1,0-1 0,1 1 1,10 8-1,-7-10-6655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25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0 24575,'-6'1'0,"0"0"0,0 0 0,0 1 0,1 0 0,-1 0 0,1 0 0,-1 1 0,1-1 0,-9 7 0,-49 37 0,51-36 0,0 0 0,0 1 0,1 1 0,-12 16 0,-14 15 0,22-25 0,0 1 0,-22 36 0,2 0 0,30-48 9,2 1 0,-1 0 0,1 0 0,0 0 0,1 0-1,0 0 1,0 1 0,1-1 0,0 1 0,1-1 0,0 11 0,-7 46-1481,4-51-5354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3:27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24575,'16'-1'0,"0"2"0,0 0 0,26 5 0,-35-5 0,-1 2 0,0-1 0,0 1 0,0-1 0,0 2 0,-1-1 0,1 1 0,-1-1 0,0 1 0,0 1 0,8 8 0,-5-3 0,2 1 0,-1-2 0,1 1 0,1-2 0,0 1 0,0-1 0,0-1 0,1 0 0,0-1 0,22 9 0,18 2-1365,-35-13-5461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5:38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458 80 24575,'4'-1'0,"0"0"0,-1 0 0,1 0 0,0 0 0,-1-1 0,1 1 0,-1-1 0,0 0 0,0 0 0,1 0 0,-1-1 0,0 1 0,4-5 0,-4 3 0,1 1 0,0 0 0,0 0 0,0 0 0,0 0 0,0 1 0,1 0 0,-1 0 0,9-3 0,28-4 0,-27 6 0,1 0 0,0 0 0,26 0 0,-36 3 0,0 0 0,0 1 0,0 0 0,-1 0 0,1 0 0,0 0 0,-1 1 0,1 0 0,0 0 0,-1 0 0,0 0 0,0 1 0,0 0 0,0 0 0,6 5 0,-4-3 0,-1-1 0,1-1 0,0 1 0,1-1 0,-1 0 0,0 0 0,1-1 0,0 0 0,10 2 0,64 8 0,81 5 0,-87-6 0,-26-5 0,64 18 0,-67-11 0,-18-4 0,0-1 0,44 6 0,-15-5 0,-32-5 0,1-1 0,25 1 0,-24-3 0,0 2 0,0 1 0,30 8 0,-31-6 0,1-1 0,0-1 0,33 1 0,457-6 0,-446-10 0,-4 1 0,-47 8 0,-1-1 0,1-1 0,-1-1 0,0 0 0,34-16 0,-34 13 0,0 1 0,0 1 0,1 0 0,0 2 0,31-4 0,82 9 0,32-3 0,-47-18 0,-65 12 0,-28 3 0,1 2 0,29-1 0,144-15 0,556 20 0,-658 9 0,-69-6 0,45 2 0,-37-4 0,1 2 0,-1 1 0,0 2 0,54 18 0,-60-16 0,-25-8 0,8 2 0,0 1 0,0-1 0,-1 2 0,0 0 0,0 1 0,0 0 0,0 0 0,19 16 0,16 12 0,-37-27 0,1 0 0,-2 0 0,1 1 0,16 17 0,-8-5 0,2 0 0,29 20 0,21 21 0,-60-51 0,1-1 0,0-1 0,25 13 0,-26-15 0,-1-1 0,1 1 0,-1 1 0,0-1 0,-1 2 0,1-1 0,7 10 0,-11-8 0,-1 1 0,1 0 0,-1 0 0,-1 0 0,0 0 0,0 1 0,-1 0 0,-1-1 0,1 13 0,9 38 0,-1-21 0,-1 1 0,-3 1 0,-1-1 0,-2 1 0,-2-1 0,-5 57 0,-5-39 0,5-41 0,1 0 0,-1 26 0,3-33 0,0 0 0,-1-1 0,-1 1 0,1-1 0,-9 20 0,7-19 0,0 1 0,0-1 0,2 1 0,-3 18 0,2-15 0,-1 0 0,0 0 0,0-1 0,-2 1 0,0-1 0,0 0 0,-2-1 0,-11 18 0,-14 28 0,23-38 0,-2-2 0,0 1 0,-2-2 0,-28 33 0,19-25 0,14-14 0,-1-1 0,0 0 0,-1-1 0,-13 11 0,-8 8 0,29-25 0,-1-1 0,1 1 0,-1-1 0,0 0 0,1 0 0,-1 0 0,-1 0 0,1-1 0,0 1 0,-1-1 0,1 0 0,-1-1 0,1 1 0,-1-1 0,-10 2 0,-46 0 0,-37 6 0,42-2 0,-1-3 0,0-1 0,-57-7 0,1 2 0,-1534 2 0,1550 10 0,69-6 0,-45 2 0,33-7 0,13 0 0,-1 2 0,1 0 0,-1 1 0,-28 7 0,26-3 0,0-2 0,-1-2 0,1 0 0,-33-4 0,29 1 0,0 1 0,-64 9 0,45-2 0,-1-3 0,1-2 0,-57-5 0,3 1 0,-47 12 0,-9 0 0,-770-11 0,923 1 0,1-2 0,-1 1 0,1-1 0,-1-1 0,1 0 0,0 0 0,0-1 0,0 0 0,0 0 0,-11-9 0,-23-9 0,38 18 0,0 1 0,0 0 0,0-1 0,0 0 0,1 0 0,-1-1 0,1 1 0,0-1 0,0 0 0,-4-7 0,-32-61 0,21 35 0,-48-95 0,55 111 0,1-1 0,1 0 0,-11-37 0,-4-10 0,17 49 0,1-2 0,1 1 0,0 0 0,-3-41 0,5-91 0,4 122 0,-21-126 0,20 101 0,4-105 0,-1 147 0,2-1 0,0 1 0,0 0 0,1 0 0,1 0 0,11-17 0,-9 14 0,0 0 0,-1 0 0,7-24 0,-7 18 0,1-1 0,1 2 0,2-1 0,0 1 0,28-41 0,-21 34 0,-2 1 0,-12 21 0,0 1 0,1-1 0,0 1 0,0 0 0,11-12 0,8-6 0,-17 16 0,1 1 0,0 0 0,1 0 0,0 1 0,0 0 0,0 0 0,14-6 0,26-18-1365,-39 25-5461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5:42.2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837 174 24575,'-6'2'0,"1"-1"0,-1 1 0,0 1 0,1-1 0,-1 1 0,1 0 0,0 0 0,0 1 0,0-1 0,-4 6 0,-15 8 0,-21 7 0,30-17 0,0 1 0,1 0 0,0 1 0,-20 18 0,22-18 0,0 1 0,-1-2 0,1 0 0,-21 9 0,17-9 0,1 1 0,0 0 0,-14 12 0,-28 15 0,45-29 0,0 0 0,1 0 0,-18 15 0,17-11 0,-1-2 0,-26 16 0,-23 18 0,-76 93 0,130-128 0,1 1 0,1 1 0,-1-1 0,2 1 0,-1 0 0,2 0 0,-1 1 0,1-1 0,1 1 0,0 0 0,-3 21 0,3-6 0,0 1 0,2-1 0,5 51 0,3-42 0,2 0 0,0-1 0,3 0 0,30 63 0,-18-56 0,1 0 0,2-1 0,1-2 0,3-1 0,44 43 0,-29-34 0,2-2 0,64 45 0,-91-76 0,1-1 0,0-1 0,1-1 0,32 10 0,38 16 0,-63-21 0,1-1 0,0-2 0,1-1 0,1-2 0,-1-1 0,40 4 0,-16-4 0,-22-3 0,55 1 0,15-4 0,90-5 0,-178 1 0,1-1 0,-1-1 0,17-7 0,-19 7 0,0-1 0,0 2 0,0 0 0,26-2 0,41 5 0,-39 1 0,1-2 0,70-10 0,-78 7 0,0 1 0,0 1 0,41 4 0,60-3 0,-76-9 0,-49 7 0,0 1 0,0 0 0,0 1 0,0 0 0,0 0 0,0 1 0,1 1 0,-1 0 0,19 5 0,56 16 0,-48-13 0,0 2 0,61 26 0,-71-26 0,2 0 0,44 9 0,34 13 0,-71-21 0,53 12 0,-51-15 0,44 16 0,-46-10 0,-15-5 0,0-1 0,1-1 0,0-1 0,0-1 0,0-1 0,35 2 0,-27-4 0,1 1 0,-1 1 0,48 15 0,38 7 0,-99-25 0,32 6 0,88 2 0,-116-9 0,0 1 0,25 5 0,41 3 0,70 10 0,-111-18 0,65 11 0,67 7 0,-100-15 0,-55-4 0,-1 0 0,37 8 0,-22-3 0,-1-2 0,1-2 0,0-1 0,62-7 0,-26-3 0,-38 4 0,52-1 0,-59 5 0,0-2 0,0-1 0,-1-2 0,0 0 0,1-2 0,-2-1 0,36-17 0,28-14 0,-15 0 0,-41 22 0,56-37 0,-82 49 0,26-18 0,-2-2 0,34-34 0,-35 34 0,-26 22 0,0 0 0,-1 0 0,1-1 0,-1 0 0,0 0 0,4-7 0,14-19 0,-17 25 0,0-1 0,0-1 0,-1 1 0,0-1 0,0 0 0,-1 0 0,0 0 0,-1-1 0,0 1 0,0-1 0,-1 0 0,0 0 0,1-13 0,-1 5 0,-1 0 0,-1 0 0,-1 0 0,0-1 0,-1 1 0,-1 1 0,-1-1 0,0 0 0,-11-24 0,-19-55 0,29 77 0,-1 1 0,0 0 0,-1 1 0,-1-1 0,-1 2 0,-14-22 0,-3 4 0,2-1 0,-28-52 0,48 76 0,1 0 0,-1 1 0,2-1 0,-4-22 0,-9-35 0,-51-124 0,34 112 0,21 56 0,1-2 0,-8-31 0,15 46 0,0 0 0,-2 1 0,1 0 0,-1 0 0,-1 0 0,1 1 0,-2-1 0,1 1 0,-1 1 0,-1-1 0,0 1 0,0 1 0,0-1 0,-11-6 0,2 0 0,1 0 0,1-1 0,1-1 0,-25-35 0,27 36 0,-1 1 0,-1 0 0,0 0 0,-1 2 0,0 0 0,-27-17 0,36 24 0,1 0 0,0 0 0,0 0 0,0 0 0,0-1 0,1 0 0,-5-9 0,4 7 0,0 1 0,0 0 0,0 0 0,-13-12 0,-8-10 0,24 25 0,-1 0 0,0 1 0,0-1 0,0 1 0,-1-1 0,1 1 0,-1 0 0,0 0 0,0 1 0,-7-4 0,8 4-54,1 1-1,0 0 0,-1-1 1,1 0-1,0 1 1,0-1-1,0 0 0,0 0 1,0 0-1,0 0 1,0-1-1,1 1 0,-1 0 1,1-1-1,0 1 0,-1-1 1,1 0-1,0 1 1,1-1-1,-1 0 0,0 1 1,1-1-1,0 0 1,-1-5-1,0-8-6771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8:25:48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0 144 24575,'4'7'0,"0"0"0,-1 0 0,1 0 0,-2 1 0,1-1 0,-1 1 0,0 0 0,-1 0 0,0-1 0,1 12 0,3 15 0,2-7 0,1-1 0,1 1 0,21 39 0,-12-13 0,-15-43 0,0 0 0,0 0 0,1 0 0,0-1 0,8 12 0,-2-4 0,-1 1 0,-1 0 0,0 0 0,5 20 0,11 28 0,-13-38 0,-2 1 0,8 39 0,2 7 0,16 10 0,-21-37 0,1 0 0,23 45 0,-22-48 0,6 13 0,-12-36 0,-1 1 0,-1 0 0,0 0 0,-2 0 0,-1 1 0,-1 0 0,-1 0 0,0 31 0,2-19 0,1 0 0,12 36 0,-10-43 0,-1 0 0,-1 1 0,3 57 0,-8-48 0,1-1 0,10 48 0,-8-54 0,0 61 0,-5-63 0,3 1 0,5 37 0,-2-33 0,-2 0 0,-2 0 0,-3 41 0,3 60 0,9-72 0,-6-42 0,-1 0 0,1 28 0,-2-26 0,0-1 0,2 1 0,9 33 0,6 33 0,-10-40 0,1 20 0,-8-53 0,1 1 0,0-1 0,1 0 0,1 0 0,10 23 0,9 31 0,-9-28 0,1-1 0,3-1 0,1-1 0,37 56 0,72 107 0,-51-100 0,-16-25 0,-38-37 0,-19-32 0,0 1 0,1-1 0,13 17 0,2 0 0,-2 1 0,26 44 0,-27-41 0,43 56 0,-31-51 0,53 48 0,-71-72 0,1-2 0,0 0 0,0 0 0,27 12 0,-35-18 0,0-1 0,1 0 0,-1 0 0,1-1 0,0 0 0,-1 1 0,1-2 0,0 1 0,0-1 0,0 0 0,-1 0 0,1-1 0,0 1 0,0-1 0,-1-1 0,10-2 0,-7-1 0,1 0 0,-1 0 0,0-1 0,0 0 0,0-1 0,6-7 0,23-18 0,8-13 0,-6 4 0,-4 10 0,-2-2 0,-1-1 0,34-47 0,205-223 0,-145 171 0,-32 20 0,96-152 0,-174 241 0,22-35 0,56-120 0,-70 129 0,-2-1 0,28-106 0,-43 126 0,4-11 0,-2-1 0,-2 1 0,2-78 0,-7-39 0,-5-118 0,-35 78 0,30 141 0,-19-73 0,-4 46 0,22 65 0,1 0 0,-7-30 0,2 5 0,-2 1 0,-33-71 0,19 49 0,-81-161 0,36 83 0,0 1 0,27 57 0,8 18 0,-22-32 0,24 43 0,14 29 0,20 25 0,0 0 0,0 0 0,0 0 0,1-1 0,-1 1 0,1-1 0,0 0 0,0 0 0,-3-7 0,-3-7 0,-1 1 0,-1 1 0,0-1 0,-1 1 0,-1 1 0,-14-14 0,26 28 0,-29-30 0,20 23 0,1 0 0,0-1 0,0 0 0,1-1 0,0 0 0,-8-17 0,13 22 0,-1 0 0,0 1 0,0-1 0,0 1 0,-1-1 0,1 1 0,-1 0 0,0 0 0,0 1 0,-1-1 0,1 1 0,-1 0 0,1 0 0,-1 0 0,0 1 0,0-1 0,-1 1 0,1 1 0,0-1 0,-1 1 0,1 0 0,-6-1 0,-17-1 0,0 1 0,1 1 0,-36 3 0,13 0 0,-58-3 0,-102 3 0,51 19 0,138-18 0,0 1 0,0 1 0,-30 12 0,33-10 0,0-1 0,-1-1 0,0-1 0,-31 4 0,-88 12 0,-41 19 0,-95 13 0,44-12 0,221-38 0,-58 19 0,64-20 0,1 0 0,-1 0 0,0 1 0,1-1 0,-1 1 0,1 0 0,-1 0 0,1 0 0,0 0 0,0 0 0,0 0 0,0 1 0,0-1 0,0 1 0,1-1 0,-1 1 0,1 0 0,0 0 0,0 0 0,-1 3 0,2-4 0,0 0 0,0 0 0,1 0 0,-1 1 0,1-1 0,-1 0 0,1 0 0,0 0 0,0 0 0,0-1 0,0 1 0,0 0 0,1 0 0,-1-1 0,0 1 0,1 0 0,-1-1 0,1 1 0,0-1 0,-1 0 0,5 3 0,42 24 0,-45-26 0,85 41-682,131 47-1,-200-84-6143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23897a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23897a0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5531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23897a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23897a0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23897a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23897a0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1444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23897a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23897a0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620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23897a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23897a0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878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23897a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23897a0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136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customXml" Target="../ink/ink8.xml"/><Relationship Id="rId34" Type="http://schemas.openxmlformats.org/officeDocument/2006/relationships/image" Target="../media/image18.png"/><Relationship Id="rId7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6.xml"/><Relationship Id="rId25" Type="http://schemas.openxmlformats.org/officeDocument/2006/relationships/customXml" Target="../ink/ink10.xml"/><Relationship Id="rId33" Type="http://schemas.openxmlformats.org/officeDocument/2006/relationships/customXml" Target="../ink/ink14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11" Type="http://schemas.openxmlformats.org/officeDocument/2006/relationships/customXml" Target="../ink/ink3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5" Type="http://schemas.openxmlformats.org/officeDocument/2006/relationships/image" Target="../media/image3.png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28" Type="http://schemas.openxmlformats.org/officeDocument/2006/relationships/image" Target="../media/image15.png"/><Relationship Id="rId10" Type="http://schemas.openxmlformats.org/officeDocument/2006/relationships/image" Target="../media/image6.png"/><Relationship Id="rId19" Type="http://schemas.openxmlformats.org/officeDocument/2006/relationships/customXml" Target="../ink/ink7.xml"/><Relationship Id="rId31" Type="http://schemas.openxmlformats.org/officeDocument/2006/relationships/customXml" Target="../ink/ink13.xml"/><Relationship Id="rId4" Type="http://schemas.openxmlformats.org/officeDocument/2006/relationships/image" Target="../media/image2.svg"/><Relationship Id="rId9" Type="http://schemas.openxmlformats.org/officeDocument/2006/relationships/customXml" Target="../ink/ink2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1.xml"/><Relationship Id="rId30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/>
              <a:t>Layout diagram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/>
              <a:t>Hvorfor layout diagram</a:t>
            </a: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59181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spcBef>
                <a:spcPts val="1600"/>
              </a:spcBef>
            </a:pP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Det er en måde at planlægge sin HTML</a:t>
            </a:r>
          </a:p>
          <a:p>
            <a:pPr marL="342900">
              <a:spcBef>
                <a:spcPts val="1600"/>
              </a:spcBef>
            </a:pP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Typisk ud fra en wireframe (En prototype kan også bruges)</a:t>
            </a:r>
          </a:p>
          <a:p>
            <a:pPr marL="342900">
              <a:spcBef>
                <a:spcPts val="1600"/>
              </a:spcBef>
            </a:pP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Kan spare tid i starten (for nye web designere)</a:t>
            </a:r>
          </a:p>
          <a:p>
            <a:pPr marL="342900">
              <a:spcBef>
                <a:spcPts val="1600"/>
              </a:spcBef>
            </a:pP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(Når I kommer længere på uddannelsen stopper I med at bruge det)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5410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/>
              <a:t>Første trin</a:t>
            </a: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59181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</a:pPr>
            <a:r>
              <a:rPr lang="da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Find din wireframe</a:t>
            </a:r>
          </a:p>
          <a:p>
            <a:pPr marL="342900" lvl="0" algn="l" rtl="0"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</a:pPr>
            <a:r>
              <a:rPr lang="da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Kig mobil first, er der noget layout som ikke sker automatisk</a:t>
            </a:r>
          </a:p>
          <a:p>
            <a:pPr marL="342900" lvl="0" algn="l" rtl="0"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</a:pPr>
            <a:r>
              <a:rPr lang="da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Desktop hvad skal der ske her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2040057-5499-CF17-676A-80314618D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0413" y="2509219"/>
            <a:ext cx="546075" cy="234260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337ACC8-FDF3-777D-D45E-E96F6F46A7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1451" y="2730677"/>
            <a:ext cx="3660849" cy="22057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/>
              <a:t>Første trin forsat</a:t>
            </a:r>
            <a:endParaRPr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9941805-FA5F-4F1C-E33E-1CAC2A80A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6446" y="445025"/>
            <a:ext cx="954726" cy="409567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490F0B0-ADA9-DAFD-0F8D-60B7EBB305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1259181"/>
            <a:ext cx="3660849" cy="22057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AA44CB3F-9153-CBF8-7B76-187867C3D5E1}"/>
                  </a:ext>
                </a:extLst>
              </p14:cNvPr>
              <p14:cNvContentPartPr/>
              <p14:nvPr/>
            </p14:nvContentPartPr>
            <p14:xfrm>
              <a:off x="3571301" y="981157"/>
              <a:ext cx="194760" cy="235080"/>
            </p14:xfrm>
          </p:contentPart>
        </mc:Choice>
        <mc:Fallback xmlns=""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AA44CB3F-9153-CBF8-7B76-187867C3D5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62661" y="972157"/>
                <a:ext cx="2124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Håndskrift 4">
                <a:extLst>
                  <a:ext uri="{FF2B5EF4-FFF2-40B4-BE49-F238E27FC236}">
                    <a16:creationId xmlns:a16="http://schemas.microsoft.com/office/drawing/2014/main" id="{556CADC4-A250-AF79-6613-1672E513B192}"/>
                  </a:ext>
                </a:extLst>
              </p14:cNvPr>
              <p14:cNvContentPartPr/>
              <p14:nvPr/>
            </p14:nvContentPartPr>
            <p14:xfrm>
              <a:off x="5386061" y="2156197"/>
              <a:ext cx="181080" cy="237240"/>
            </p14:xfrm>
          </p:contentPart>
        </mc:Choice>
        <mc:Fallback xmlns="">
          <p:pic>
            <p:nvPicPr>
              <p:cNvPr id="5" name="Håndskrift 4">
                <a:extLst>
                  <a:ext uri="{FF2B5EF4-FFF2-40B4-BE49-F238E27FC236}">
                    <a16:creationId xmlns:a16="http://schemas.microsoft.com/office/drawing/2014/main" id="{556CADC4-A250-AF79-6613-1672E513B19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77421" y="2147197"/>
                <a:ext cx="1987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Håndskrift 5">
                <a:extLst>
                  <a:ext uri="{FF2B5EF4-FFF2-40B4-BE49-F238E27FC236}">
                    <a16:creationId xmlns:a16="http://schemas.microsoft.com/office/drawing/2014/main" id="{0E0C9B27-4A72-6017-E04F-5D11CDD952EA}"/>
                  </a:ext>
                </a:extLst>
              </p14:cNvPr>
              <p14:cNvContentPartPr/>
              <p14:nvPr/>
            </p14:nvContentPartPr>
            <p14:xfrm>
              <a:off x="3628541" y="2170597"/>
              <a:ext cx="223920" cy="266760"/>
            </p14:xfrm>
          </p:contentPart>
        </mc:Choice>
        <mc:Fallback xmlns="">
          <p:pic>
            <p:nvPicPr>
              <p:cNvPr id="6" name="Håndskrift 5">
                <a:extLst>
                  <a:ext uri="{FF2B5EF4-FFF2-40B4-BE49-F238E27FC236}">
                    <a16:creationId xmlns:a16="http://schemas.microsoft.com/office/drawing/2014/main" id="{0E0C9B27-4A72-6017-E04F-5D11CDD952E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19901" y="2161957"/>
                <a:ext cx="2415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Håndskrift 6">
                <a:extLst>
                  <a:ext uri="{FF2B5EF4-FFF2-40B4-BE49-F238E27FC236}">
                    <a16:creationId xmlns:a16="http://schemas.microsoft.com/office/drawing/2014/main" id="{D4AEEFE1-432E-9754-88AC-40BFF927A995}"/>
                  </a:ext>
                </a:extLst>
              </p14:cNvPr>
              <p14:cNvContentPartPr/>
              <p14:nvPr/>
            </p14:nvContentPartPr>
            <p14:xfrm>
              <a:off x="6357701" y="2856757"/>
              <a:ext cx="280800" cy="348480"/>
            </p14:xfrm>
          </p:contentPart>
        </mc:Choice>
        <mc:Fallback xmlns="">
          <p:pic>
            <p:nvPicPr>
              <p:cNvPr id="7" name="Håndskrift 6">
                <a:extLst>
                  <a:ext uri="{FF2B5EF4-FFF2-40B4-BE49-F238E27FC236}">
                    <a16:creationId xmlns:a16="http://schemas.microsoft.com/office/drawing/2014/main" id="{D4AEEFE1-432E-9754-88AC-40BFF927A99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48701" y="2847757"/>
                <a:ext cx="29844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Håndskrift 7">
                <a:extLst>
                  <a:ext uri="{FF2B5EF4-FFF2-40B4-BE49-F238E27FC236}">
                    <a16:creationId xmlns:a16="http://schemas.microsoft.com/office/drawing/2014/main" id="{A703B1DC-5C63-CF25-63EC-8AF040A1B8D1}"/>
                  </a:ext>
                </a:extLst>
              </p14:cNvPr>
              <p14:cNvContentPartPr/>
              <p14:nvPr/>
            </p14:nvContentPartPr>
            <p14:xfrm>
              <a:off x="7033061" y="2092477"/>
              <a:ext cx="366120" cy="279000"/>
            </p14:xfrm>
          </p:contentPart>
        </mc:Choice>
        <mc:Fallback xmlns="">
          <p:pic>
            <p:nvPicPr>
              <p:cNvPr id="8" name="Håndskrift 7">
                <a:extLst>
                  <a:ext uri="{FF2B5EF4-FFF2-40B4-BE49-F238E27FC236}">
                    <a16:creationId xmlns:a16="http://schemas.microsoft.com/office/drawing/2014/main" id="{A703B1DC-5C63-CF25-63EC-8AF040A1B8D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24421" y="2083837"/>
                <a:ext cx="3837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Håndskrift 8">
                <a:extLst>
                  <a:ext uri="{FF2B5EF4-FFF2-40B4-BE49-F238E27FC236}">
                    <a16:creationId xmlns:a16="http://schemas.microsoft.com/office/drawing/2014/main" id="{C8495EB7-F332-2E4A-BEAD-836E318C3484}"/>
                  </a:ext>
                </a:extLst>
              </p14:cNvPr>
              <p14:cNvContentPartPr/>
              <p14:nvPr/>
            </p14:nvContentPartPr>
            <p14:xfrm>
              <a:off x="3551141" y="3300277"/>
              <a:ext cx="410760" cy="479880"/>
            </p14:xfrm>
          </p:contentPart>
        </mc:Choice>
        <mc:Fallback xmlns="">
          <p:pic>
            <p:nvPicPr>
              <p:cNvPr id="9" name="Håndskrift 8">
                <a:extLst>
                  <a:ext uri="{FF2B5EF4-FFF2-40B4-BE49-F238E27FC236}">
                    <a16:creationId xmlns:a16="http://schemas.microsoft.com/office/drawing/2014/main" id="{C8495EB7-F332-2E4A-BEAD-836E318C348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42501" y="3291637"/>
                <a:ext cx="428400" cy="49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pe 12">
            <a:extLst>
              <a:ext uri="{FF2B5EF4-FFF2-40B4-BE49-F238E27FC236}">
                <a16:creationId xmlns:a16="http://schemas.microsoft.com/office/drawing/2014/main" id="{7A0F1EB3-756A-294C-96E5-D8DF58FC4970}"/>
              </a:ext>
            </a:extLst>
          </p:cNvPr>
          <p:cNvGrpSpPr/>
          <p:nvPr/>
        </p:nvGrpSpPr>
        <p:grpSpPr>
          <a:xfrm>
            <a:off x="5507741" y="3328717"/>
            <a:ext cx="1093680" cy="408600"/>
            <a:chOff x="5507741" y="3328717"/>
            <a:chExt cx="109368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Håndskrift 9">
                  <a:extLst>
                    <a:ext uri="{FF2B5EF4-FFF2-40B4-BE49-F238E27FC236}">
                      <a16:creationId xmlns:a16="http://schemas.microsoft.com/office/drawing/2014/main" id="{0957EE89-4D27-6384-A872-049666337B4E}"/>
                    </a:ext>
                  </a:extLst>
                </p14:cNvPr>
                <p14:cNvContentPartPr/>
                <p14:nvPr/>
              </p14:nvContentPartPr>
              <p14:xfrm>
                <a:off x="5507741" y="3328717"/>
                <a:ext cx="1050840" cy="408600"/>
              </p14:xfrm>
            </p:contentPart>
          </mc:Choice>
          <mc:Fallback xmlns="">
            <p:pic>
              <p:nvPicPr>
                <p:cNvPr id="10" name="Håndskrift 9">
                  <a:extLst>
                    <a:ext uri="{FF2B5EF4-FFF2-40B4-BE49-F238E27FC236}">
                      <a16:creationId xmlns:a16="http://schemas.microsoft.com/office/drawing/2014/main" id="{0957EE89-4D27-6384-A872-049666337B4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498741" y="3320077"/>
                  <a:ext cx="10684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Håndskrift 10">
                  <a:extLst>
                    <a:ext uri="{FF2B5EF4-FFF2-40B4-BE49-F238E27FC236}">
                      <a16:creationId xmlns:a16="http://schemas.microsoft.com/office/drawing/2014/main" id="{18582EF1-0136-D228-E030-437840D351BC}"/>
                    </a:ext>
                  </a:extLst>
                </p14:cNvPr>
                <p14:cNvContentPartPr/>
                <p14:nvPr/>
              </p14:nvContentPartPr>
              <p14:xfrm>
                <a:off x="6351581" y="3328717"/>
                <a:ext cx="185040" cy="57960"/>
              </p14:xfrm>
            </p:contentPart>
          </mc:Choice>
          <mc:Fallback xmlns="">
            <p:pic>
              <p:nvPicPr>
                <p:cNvPr id="11" name="Håndskrift 10">
                  <a:extLst>
                    <a:ext uri="{FF2B5EF4-FFF2-40B4-BE49-F238E27FC236}">
                      <a16:creationId xmlns:a16="http://schemas.microsoft.com/office/drawing/2014/main" id="{18582EF1-0136-D228-E030-437840D351B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42941" y="3320077"/>
                  <a:ext cx="202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Håndskrift 11">
                  <a:extLst>
                    <a:ext uri="{FF2B5EF4-FFF2-40B4-BE49-F238E27FC236}">
                      <a16:creationId xmlns:a16="http://schemas.microsoft.com/office/drawing/2014/main" id="{269633CF-D194-0099-B5E2-A82B616A2979}"/>
                    </a:ext>
                  </a:extLst>
                </p14:cNvPr>
                <p14:cNvContentPartPr/>
                <p14:nvPr/>
              </p14:nvContentPartPr>
              <p14:xfrm>
                <a:off x="6543461" y="3364357"/>
                <a:ext cx="57960" cy="99000"/>
              </p14:xfrm>
            </p:contentPart>
          </mc:Choice>
          <mc:Fallback xmlns="">
            <p:pic>
              <p:nvPicPr>
                <p:cNvPr id="12" name="Håndskrift 11">
                  <a:extLst>
                    <a:ext uri="{FF2B5EF4-FFF2-40B4-BE49-F238E27FC236}">
                      <a16:creationId xmlns:a16="http://schemas.microsoft.com/office/drawing/2014/main" id="{269633CF-D194-0099-B5E2-A82B616A297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34461" y="3355717"/>
                  <a:ext cx="7560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47A5DB04-9D18-5797-F84B-851096A68174}"/>
              </a:ext>
            </a:extLst>
          </p:cNvPr>
          <p:cNvGrpSpPr/>
          <p:nvPr/>
        </p:nvGrpSpPr>
        <p:grpSpPr>
          <a:xfrm>
            <a:off x="5344661" y="3292717"/>
            <a:ext cx="254880" cy="215640"/>
            <a:chOff x="5344661" y="3292717"/>
            <a:chExt cx="25488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Håndskrift 13">
                  <a:extLst>
                    <a:ext uri="{FF2B5EF4-FFF2-40B4-BE49-F238E27FC236}">
                      <a16:creationId xmlns:a16="http://schemas.microsoft.com/office/drawing/2014/main" id="{DA919AB1-B2D2-4685-5515-4C4AF6FBEB73}"/>
                    </a:ext>
                  </a:extLst>
                </p14:cNvPr>
                <p14:cNvContentPartPr/>
                <p14:nvPr/>
              </p14:nvContentPartPr>
              <p14:xfrm>
                <a:off x="5344661" y="3321517"/>
                <a:ext cx="134640" cy="186840"/>
              </p14:xfrm>
            </p:contentPart>
          </mc:Choice>
          <mc:Fallback xmlns="">
            <p:pic>
              <p:nvPicPr>
                <p:cNvPr id="14" name="Håndskrift 13">
                  <a:extLst>
                    <a:ext uri="{FF2B5EF4-FFF2-40B4-BE49-F238E27FC236}">
                      <a16:creationId xmlns:a16="http://schemas.microsoft.com/office/drawing/2014/main" id="{DA919AB1-B2D2-4685-5515-4C4AF6FBEB7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36021" y="3312517"/>
                  <a:ext cx="152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Håndskrift 14">
                  <a:extLst>
                    <a:ext uri="{FF2B5EF4-FFF2-40B4-BE49-F238E27FC236}">
                      <a16:creationId xmlns:a16="http://schemas.microsoft.com/office/drawing/2014/main" id="{EFB3442F-39CE-FE03-DEAF-254B45A4A6C2}"/>
                    </a:ext>
                  </a:extLst>
                </p14:cNvPr>
                <p14:cNvContentPartPr/>
                <p14:nvPr/>
              </p14:nvContentPartPr>
              <p14:xfrm>
                <a:off x="5464541" y="3292717"/>
                <a:ext cx="135000" cy="63720"/>
              </p14:xfrm>
            </p:contentPart>
          </mc:Choice>
          <mc:Fallback xmlns="">
            <p:pic>
              <p:nvPicPr>
                <p:cNvPr id="15" name="Håndskrift 14">
                  <a:extLst>
                    <a:ext uri="{FF2B5EF4-FFF2-40B4-BE49-F238E27FC236}">
                      <a16:creationId xmlns:a16="http://schemas.microsoft.com/office/drawing/2014/main" id="{EFB3442F-39CE-FE03-DEAF-254B45A4A6C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55901" y="3283717"/>
                  <a:ext cx="152640" cy="81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kstfelt 18">
            <a:extLst>
              <a:ext uri="{FF2B5EF4-FFF2-40B4-BE49-F238E27FC236}">
                <a16:creationId xmlns:a16="http://schemas.microsoft.com/office/drawing/2014/main" id="{ECB81506-432A-5AA5-D293-3BE1F479E62C}"/>
              </a:ext>
            </a:extLst>
          </p:cNvPr>
          <p:cNvSpPr txBox="1"/>
          <p:nvPr/>
        </p:nvSpPr>
        <p:spPr>
          <a:xfrm>
            <a:off x="5308470" y="3737317"/>
            <a:ext cx="1187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Bytter plads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" name="Håndskrift 19">
                <a:extLst>
                  <a:ext uri="{FF2B5EF4-FFF2-40B4-BE49-F238E27FC236}">
                    <a16:creationId xmlns:a16="http://schemas.microsoft.com/office/drawing/2014/main" id="{83D28B4E-C8F5-6C26-9F3C-4F7B7754747A}"/>
                  </a:ext>
                </a:extLst>
              </p14:cNvPr>
              <p14:cNvContentPartPr/>
              <p14:nvPr/>
            </p14:nvContentPartPr>
            <p14:xfrm>
              <a:off x="4949741" y="1964317"/>
              <a:ext cx="1981080" cy="707400"/>
            </p14:xfrm>
          </p:contentPart>
        </mc:Choice>
        <mc:Fallback xmlns="">
          <p:pic>
            <p:nvPicPr>
              <p:cNvPr id="20" name="Håndskrift 19">
                <a:extLst>
                  <a:ext uri="{FF2B5EF4-FFF2-40B4-BE49-F238E27FC236}">
                    <a16:creationId xmlns:a16="http://schemas.microsoft.com/office/drawing/2014/main" id="{83D28B4E-C8F5-6C26-9F3C-4F7B7754747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40741" y="1955677"/>
                <a:ext cx="1998720" cy="72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" name="Håndskrift 20">
                <a:extLst>
                  <a:ext uri="{FF2B5EF4-FFF2-40B4-BE49-F238E27FC236}">
                    <a16:creationId xmlns:a16="http://schemas.microsoft.com/office/drawing/2014/main" id="{ADC383CE-C0BA-ADC6-C7AC-33876EB8845F}"/>
                  </a:ext>
                </a:extLst>
              </p14:cNvPr>
              <p14:cNvContentPartPr/>
              <p14:nvPr/>
            </p14:nvContentPartPr>
            <p14:xfrm>
              <a:off x="4870541" y="2623117"/>
              <a:ext cx="2188800" cy="829080"/>
            </p14:xfrm>
          </p:contentPart>
        </mc:Choice>
        <mc:Fallback xmlns="">
          <p:pic>
            <p:nvPicPr>
              <p:cNvPr id="21" name="Håndskrift 20">
                <a:extLst>
                  <a:ext uri="{FF2B5EF4-FFF2-40B4-BE49-F238E27FC236}">
                    <a16:creationId xmlns:a16="http://schemas.microsoft.com/office/drawing/2014/main" id="{ADC383CE-C0BA-ADC6-C7AC-33876EB8845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61541" y="2614477"/>
                <a:ext cx="2206440" cy="84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2" name="Håndskrift 21">
                <a:extLst>
                  <a:ext uri="{FF2B5EF4-FFF2-40B4-BE49-F238E27FC236}">
                    <a16:creationId xmlns:a16="http://schemas.microsoft.com/office/drawing/2014/main" id="{DD9ADEEE-969E-FA97-DAC6-390EE31807A2}"/>
                  </a:ext>
                </a:extLst>
              </p14:cNvPr>
              <p14:cNvContentPartPr/>
              <p14:nvPr/>
            </p14:nvContentPartPr>
            <p14:xfrm>
              <a:off x="6950621" y="1855237"/>
              <a:ext cx="1058760" cy="1602360"/>
            </p14:xfrm>
          </p:contentPart>
        </mc:Choice>
        <mc:Fallback xmlns="">
          <p:pic>
            <p:nvPicPr>
              <p:cNvPr id="22" name="Håndskrift 21">
                <a:extLst>
                  <a:ext uri="{FF2B5EF4-FFF2-40B4-BE49-F238E27FC236}">
                    <a16:creationId xmlns:a16="http://schemas.microsoft.com/office/drawing/2014/main" id="{DD9ADEEE-969E-FA97-DAC6-390EE31807A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41621" y="1846597"/>
                <a:ext cx="1076400" cy="1620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kstfelt 22">
            <a:extLst>
              <a:ext uri="{FF2B5EF4-FFF2-40B4-BE49-F238E27FC236}">
                <a16:creationId xmlns:a16="http://schemas.microsoft.com/office/drawing/2014/main" id="{F5D06C12-45FA-EE09-14C7-6684C8A97F5E}"/>
              </a:ext>
            </a:extLst>
          </p:cNvPr>
          <p:cNvSpPr txBox="1"/>
          <p:nvPr/>
        </p:nvSpPr>
        <p:spPr>
          <a:xfrm>
            <a:off x="6720266" y="3631325"/>
            <a:ext cx="2369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2060"/>
                </a:solidFill>
              </a:rPr>
              <a:t>1 1-2 </a:t>
            </a:r>
            <a:r>
              <a:rPr lang="da-DK" dirty="0" err="1">
                <a:solidFill>
                  <a:srgbClr val="002060"/>
                </a:solidFill>
              </a:rPr>
              <a:t>grid</a:t>
            </a:r>
            <a:endParaRPr lang="da-DK" dirty="0">
              <a:solidFill>
                <a:srgbClr val="002060"/>
              </a:solidFill>
            </a:endParaRPr>
          </a:p>
          <a:p>
            <a:r>
              <a:rPr lang="da-DK" dirty="0">
                <a:solidFill>
                  <a:srgbClr val="002060"/>
                </a:solidFill>
              </a:rPr>
              <a:t>2 2-1 </a:t>
            </a:r>
            <a:r>
              <a:rPr lang="da-DK" dirty="0" err="1">
                <a:solidFill>
                  <a:srgbClr val="002060"/>
                </a:solidFill>
              </a:rPr>
              <a:t>grid</a:t>
            </a:r>
            <a:endParaRPr lang="da-DK" dirty="0">
              <a:solidFill>
                <a:srgbClr val="002060"/>
              </a:solidFill>
            </a:endParaRPr>
          </a:p>
          <a:p>
            <a:r>
              <a:rPr lang="da-DK" dirty="0">
                <a:solidFill>
                  <a:srgbClr val="002060"/>
                </a:solidFill>
              </a:rPr>
              <a:t>3 en kolonne ved siden af</a:t>
            </a:r>
          </a:p>
        </p:txBody>
      </p:sp>
    </p:spTree>
    <p:extLst>
      <p:ext uri="{BB962C8B-B14F-4D97-AF65-F5344CB8AC3E}">
        <p14:creationId xmlns:p14="http://schemas.microsoft.com/office/powerpoint/2010/main" val="371309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/>
              <a:t>Andet trin</a:t>
            </a: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232085" y="137360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</a:pP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Tegn firkantet kasser om elementerne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1EC3042-84F1-2684-3A8E-5E3D72608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2181" y="1878806"/>
            <a:ext cx="5114394" cy="3081543"/>
          </a:xfrm>
          <a:prstGeom prst="rect">
            <a:avLst/>
          </a:prstGeom>
        </p:spPr>
      </p:pic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E79203F3-8F4E-037A-AE42-3E9B588B2BA8}"/>
              </a:ext>
            </a:extLst>
          </p:cNvPr>
          <p:cNvSpPr/>
          <p:nvPr/>
        </p:nvSpPr>
        <p:spPr>
          <a:xfrm>
            <a:off x="2421731" y="2407444"/>
            <a:ext cx="3714750" cy="236783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99;p18">
            <a:extLst>
              <a:ext uri="{FF2B5EF4-FFF2-40B4-BE49-F238E27FC236}">
                <a16:creationId xmlns:a16="http://schemas.microsoft.com/office/drawing/2014/main" id="{B51EAFC2-F65E-941A-30C8-E3438CDFFC5E}"/>
              </a:ext>
            </a:extLst>
          </p:cNvPr>
          <p:cNvSpPr/>
          <p:nvPr/>
        </p:nvSpPr>
        <p:spPr>
          <a:xfrm>
            <a:off x="2493169" y="2910285"/>
            <a:ext cx="3564732" cy="18649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100;p18">
            <a:extLst>
              <a:ext uri="{FF2B5EF4-FFF2-40B4-BE49-F238E27FC236}">
                <a16:creationId xmlns:a16="http://schemas.microsoft.com/office/drawing/2014/main" id="{0975EC75-3DF1-3B9B-F886-14AF94827728}"/>
              </a:ext>
            </a:extLst>
          </p:cNvPr>
          <p:cNvSpPr/>
          <p:nvPr/>
        </p:nvSpPr>
        <p:spPr>
          <a:xfrm>
            <a:off x="2616685" y="2982693"/>
            <a:ext cx="2382712" cy="76063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02;p18">
            <a:extLst>
              <a:ext uri="{FF2B5EF4-FFF2-40B4-BE49-F238E27FC236}">
                <a16:creationId xmlns:a16="http://schemas.microsoft.com/office/drawing/2014/main" id="{C772E49C-6BA8-E26D-FC1D-4C95D3B84C66}"/>
              </a:ext>
            </a:extLst>
          </p:cNvPr>
          <p:cNvSpPr/>
          <p:nvPr/>
        </p:nvSpPr>
        <p:spPr>
          <a:xfrm>
            <a:off x="2661862" y="3018413"/>
            <a:ext cx="688558" cy="67128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103;p18">
            <a:extLst>
              <a:ext uri="{FF2B5EF4-FFF2-40B4-BE49-F238E27FC236}">
                <a16:creationId xmlns:a16="http://schemas.microsoft.com/office/drawing/2014/main" id="{5C7CC3EE-5E61-1D08-910E-E8FA42B90273}"/>
              </a:ext>
            </a:extLst>
          </p:cNvPr>
          <p:cNvSpPr/>
          <p:nvPr/>
        </p:nvSpPr>
        <p:spPr>
          <a:xfrm>
            <a:off x="2555687" y="2714626"/>
            <a:ext cx="2443709" cy="13573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104;p18">
            <a:extLst>
              <a:ext uri="{FF2B5EF4-FFF2-40B4-BE49-F238E27FC236}">
                <a16:creationId xmlns:a16="http://schemas.microsoft.com/office/drawing/2014/main" id="{2EA34868-67C0-F458-21C8-F403AA418A58}"/>
              </a:ext>
            </a:extLst>
          </p:cNvPr>
          <p:cNvSpPr/>
          <p:nvPr/>
        </p:nvSpPr>
        <p:spPr>
          <a:xfrm>
            <a:off x="5136039" y="2951241"/>
            <a:ext cx="871856" cy="1741818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05;p18">
            <a:extLst>
              <a:ext uri="{FF2B5EF4-FFF2-40B4-BE49-F238E27FC236}">
                <a16:creationId xmlns:a16="http://schemas.microsoft.com/office/drawing/2014/main" id="{730E4A2B-4C3E-0AD0-BFF7-9D4CA4E2C4E5}"/>
              </a:ext>
            </a:extLst>
          </p:cNvPr>
          <p:cNvSpPr/>
          <p:nvPr/>
        </p:nvSpPr>
        <p:spPr>
          <a:xfrm>
            <a:off x="3395598" y="3018414"/>
            <a:ext cx="1505016" cy="67128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93;p17">
            <a:extLst>
              <a:ext uri="{FF2B5EF4-FFF2-40B4-BE49-F238E27FC236}">
                <a16:creationId xmlns:a16="http://schemas.microsoft.com/office/drawing/2014/main" id="{2621473F-5464-144E-6C8A-078429495560}"/>
              </a:ext>
            </a:extLst>
          </p:cNvPr>
          <p:cNvSpPr/>
          <p:nvPr/>
        </p:nvSpPr>
        <p:spPr>
          <a:xfrm>
            <a:off x="2555687" y="2942201"/>
            <a:ext cx="2530346" cy="1750857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00;p18">
            <a:extLst>
              <a:ext uri="{FF2B5EF4-FFF2-40B4-BE49-F238E27FC236}">
                <a16:creationId xmlns:a16="http://schemas.microsoft.com/office/drawing/2014/main" id="{F7E713D0-4054-5172-581E-C71D2C8D1B2A}"/>
              </a:ext>
            </a:extLst>
          </p:cNvPr>
          <p:cNvSpPr/>
          <p:nvPr/>
        </p:nvSpPr>
        <p:spPr>
          <a:xfrm>
            <a:off x="2601703" y="3884319"/>
            <a:ext cx="2382712" cy="76063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02;p18">
            <a:extLst>
              <a:ext uri="{FF2B5EF4-FFF2-40B4-BE49-F238E27FC236}">
                <a16:creationId xmlns:a16="http://schemas.microsoft.com/office/drawing/2014/main" id="{F0E0EE51-4C50-9B17-EC84-D5F478BBC259}"/>
              </a:ext>
            </a:extLst>
          </p:cNvPr>
          <p:cNvSpPr/>
          <p:nvPr/>
        </p:nvSpPr>
        <p:spPr>
          <a:xfrm>
            <a:off x="4148106" y="3928994"/>
            <a:ext cx="688558" cy="67128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105;p18">
            <a:extLst>
              <a:ext uri="{FF2B5EF4-FFF2-40B4-BE49-F238E27FC236}">
                <a16:creationId xmlns:a16="http://schemas.microsoft.com/office/drawing/2014/main" id="{F53F4D14-051B-E41A-F2BE-2C78D7C4A50A}"/>
              </a:ext>
            </a:extLst>
          </p:cNvPr>
          <p:cNvSpPr/>
          <p:nvPr/>
        </p:nvSpPr>
        <p:spPr>
          <a:xfrm>
            <a:off x="2661862" y="3945097"/>
            <a:ext cx="1459074" cy="67128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032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/>
              <a:t>Andet trin</a:t>
            </a: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232085" y="137360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</a:pP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Kan det gøres på en anden måde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1EC3042-84F1-2684-3A8E-5E3D72608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2181" y="1878806"/>
            <a:ext cx="5114394" cy="3081543"/>
          </a:xfrm>
          <a:prstGeom prst="rect">
            <a:avLst/>
          </a:prstGeom>
        </p:spPr>
      </p:pic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E79203F3-8F4E-037A-AE42-3E9B588B2BA8}"/>
              </a:ext>
            </a:extLst>
          </p:cNvPr>
          <p:cNvSpPr/>
          <p:nvPr/>
        </p:nvSpPr>
        <p:spPr>
          <a:xfrm>
            <a:off x="2421731" y="2407444"/>
            <a:ext cx="3714750" cy="236783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99;p18">
            <a:extLst>
              <a:ext uri="{FF2B5EF4-FFF2-40B4-BE49-F238E27FC236}">
                <a16:creationId xmlns:a16="http://schemas.microsoft.com/office/drawing/2014/main" id="{B51EAFC2-F65E-941A-30C8-E3438CDFFC5E}"/>
              </a:ext>
            </a:extLst>
          </p:cNvPr>
          <p:cNvSpPr/>
          <p:nvPr/>
        </p:nvSpPr>
        <p:spPr>
          <a:xfrm>
            <a:off x="2493169" y="2910285"/>
            <a:ext cx="3564732" cy="186499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02;p18">
            <a:extLst>
              <a:ext uri="{FF2B5EF4-FFF2-40B4-BE49-F238E27FC236}">
                <a16:creationId xmlns:a16="http://schemas.microsoft.com/office/drawing/2014/main" id="{C772E49C-6BA8-E26D-FC1D-4C95D3B84C66}"/>
              </a:ext>
            </a:extLst>
          </p:cNvPr>
          <p:cNvSpPr/>
          <p:nvPr/>
        </p:nvSpPr>
        <p:spPr>
          <a:xfrm>
            <a:off x="2661862" y="3018413"/>
            <a:ext cx="688558" cy="67128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103;p18">
            <a:extLst>
              <a:ext uri="{FF2B5EF4-FFF2-40B4-BE49-F238E27FC236}">
                <a16:creationId xmlns:a16="http://schemas.microsoft.com/office/drawing/2014/main" id="{5C7CC3EE-5E61-1D08-910E-E8FA42B90273}"/>
              </a:ext>
            </a:extLst>
          </p:cNvPr>
          <p:cNvSpPr/>
          <p:nvPr/>
        </p:nvSpPr>
        <p:spPr>
          <a:xfrm>
            <a:off x="2555687" y="2714626"/>
            <a:ext cx="2443709" cy="13573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104;p18">
            <a:extLst>
              <a:ext uri="{FF2B5EF4-FFF2-40B4-BE49-F238E27FC236}">
                <a16:creationId xmlns:a16="http://schemas.microsoft.com/office/drawing/2014/main" id="{2EA34868-67C0-F458-21C8-F403AA418A58}"/>
              </a:ext>
            </a:extLst>
          </p:cNvPr>
          <p:cNvSpPr/>
          <p:nvPr/>
        </p:nvSpPr>
        <p:spPr>
          <a:xfrm>
            <a:off x="5136039" y="2951241"/>
            <a:ext cx="871856" cy="1741818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05;p18">
            <a:extLst>
              <a:ext uri="{FF2B5EF4-FFF2-40B4-BE49-F238E27FC236}">
                <a16:creationId xmlns:a16="http://schemas.microsoft.com/office/drawing/2014/main" id="{730E4A2B-4C3E-0AD0-BFF7-9D4CA4E2C4E5}"/>
              </a:ext>
            </a:extLst>
          </p:cNvPr>
          <p:cNvSpPr/>
          <p:nvPr/>
        </p:nvSpPr>
        <p:spPr>
          <a:xfrm>
            <a:off x="3395598" y="3018414"/>
            <a:ext cx="1505016" cy="67128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02;p18">
            <a:extLst>
              <a:ext uri="{FF2B5EF4-FFF2-40B4-BE49-F238E27FC236}">
                <a16:creationId xmlns:a16="http://schemas.microsoft.com/office/drawing/2014/main" id="{F0E0EE51-4C50-9B17-EC84-D5F478BBC259}"/>
              </a:ext>
            </a:extLst>
          </p:cNvPr>
          <p:cNvSpPr/>
          <p:nvPr/>
        </p:nvSpPr>
        <p:spPr>
          <a:xfrm>
            <a:off x="4148106" y="3928994"/>
            <a:ext cx="688558" cy="67128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105;p18">
            <a:extLst>
              <a:ext uri="{FF2B5EF4-FFF2-40B4-BE49-F238E27FC236}">
                <a16:creationId xmlns:a16="http://schemas.microsoft.com/office/drawing/2014/main" id="{F53F4D14-051B-E41A-F2BE-2C78D7C4A50A}"/>
              </a:ext>
            </a:extLst>
          </p:cNvPr>
          <p:cNvSpPr/>
          <p:nvPr/>
        </p:nvSpPr>
        <p:spPr>
          <a:xfrm>
            <a:off x="2661862" y="3945097"/>
            <a:ext cx="1459074" cy="67128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FA31C36E-B09C-98CC-439E-95C2C2AFC798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2493169" y="3842783"/>
            <a:ext cx="3564732" cy="0"/>
          </a:xfrm>
          <a:prstGeom prst="line">
            <a:avLst/>
          </a:prstGeom>
          <a:ln w="222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575C3EF0-229E-5EB9-C5D5-5CBFE85E7684}"/>
              </a:ext>
            </a:extLst>
          </p:cNvPr>
          <p:cNvCxnSpPr>
            <a:cxnSpLocks/>
          </p:cNvCxnSpPr>
          <p:nvPr/>
        </p:nvCxnSpPr>
        <p:spPr>
          <a:xfrm flipH="1">
            <a:off x="3350420" y="2910285"/>
            <a:ext cx="8602" cy="1864995"/>
          </a:xfrm>
          <a:prstGeom prst="line">
            <a:avLst/>
          </a:prstGeom>
          <a:ln w="222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846869D3-9C21-B073-668F-D079BCF79315}"/>
              </a:ext>
            </a:extLst>
          </p:cNvPr>
          <p:cNvCxnSpPr>
            <a:cxnSpLocks/>
          </p:cNvCxnSpPr>
          <p:nvPr/>
        </p:nvCxnSpPr>
        <p:spPr>
          <a:xfrm flipH="1">
            <a:off x="4120936" y="2951241"/>
            <a:ext cx="45584" cy="1824039"/>
          </a:xfrm>
          <a:prstGeom prst="line">
            <a:avLst/>
          </a:prstGeom>
          <a:ln w="222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FE6D826E-9F91-9603-5CDC-1F9ED8BF3963}"/>
              </a:ext>
            </a:extLst>
          </p:cNvPr>
          <p:cNvCxnSpPr>
            <a:cxnSpLocks/>
          </p:cNvCxnSpPr>
          <p:nvPr/>
        </p:nvCxnSpPr>
        <p:spPr>
          <a:xfrm flipH="1">
            <a:off x="4972052" y="2951241"/>
            <a:ext cx="45584" cy="1824039"/>
          </a:xfrm>
          <a:prstGeom prst="line">
            <a:avLst/>
          </a:prstGeom>
          <a:ln w="222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146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/>
              <a:t>Tredje trin</a:t>
            </a: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59181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</a:pP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Test at det virker som det skal</a:t>
            </a:r>
          </a:p>
          <a:p>
            <a:pPr marL="800100" lvl="1">
              <a:buFont typeface="+mj-lt"/>
              <a:buAutoNum type="arabicPeriod"/>
            </a:pP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Virker det godt</a:t>
            </a:r>
          </a:p>
          <a:p>
            <a:pPr marL="800100" lvl="1">
              <a:buFont typeface="+mj-lt"/>
              <a:buAutoNum type="arabicPeriod"/>
            </a:pPr>
            <a:r>
              <a:rPr lang="da-DK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Hvis ikke ret til, både layout og kode</a:t>
            </a:r>
          </a:p>
          <a:p>
            <a:pPr marL="342900">
              <a:buFont typeface="+mj-lt"/>
              <a:buAutoNum type="arabicPeriod"/>
            </a:pPr>
            <a:endParaRPr lang="da-DK" sz="1600" dirty="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342900">
              <a:buFont typeface="+mj-lt"/>
              <a:buAutoNum type="arabicPeriod"/>
            </a:pPr>
            <a:r>
              <a:rPr lang="da-DK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Fyld indhold ind i </a:t>
            </a:r>
            <a:r>
              <a:rPr lang="da-DK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HTML’en</a:t>
            </a:r>
            <a:endParaRPr lang="da-DK" sz="1600" dirty="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41428599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132</Words>
  <Application>Microsoft Macintosh PowerPoint</Application>
  <PresentationFormat>Skærmshow (16:9)</PresentationFormat>
  <Paragraphs>41</Paragraphs>
  <Slides>7</Slides>
  <Notes>7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2" baseType="lpstr">
      <vt:lpstr>Open Sans</vt:lpstr>
      <vt:lpstr>PT Sans Narrow</vt:lpstr>
      <vt:lpstr>Consolas</vt:lpstr>
      <vt:lpstr>Arial</vt:lpstr>
      <vt:lpstr>Tropic</vt:lpstr>
      <vt:lpstr>Layout diagram</vt:lpstr>
      <vt:lpstr>Hvorfor layout diagram</vt:lpstr>
      <vt:lpstr>Første trin</vt:lpstr>
      <vt:lpstr>Første trin forsat</vt:lpstr>
      <vt:lpstr>Andet trin</vt:lpstr>
      <vt:lpstr>Andet trin</vt:lpstr>
      <vt:lpstr>Tredje trin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max-width</dc:title>
  <cp:lastModifiedBy>Peter Ulf Jørgensen</cp:lastModifiedBy>
  <cp:revision>14</cp:revision>
  <dcterms:modified xsi:type="dcterms:W3CDTF">2023-10-02T06:08:46Z</dcterms:modified>
</cp:coreProperties>
</file>