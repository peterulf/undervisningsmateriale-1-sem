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946A4-2058-47A4-A329-122012C37168}" v="220" dt="2026-08-20T15:32:41.711"/>
    <p1510:client id="{BB7A3FCC-8560-4CCC-849A-61D9B270FB91}" v="5" dt="2026-08-20T16:09:5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5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Ulf Jørgensen" userId="OS6DGetSWuehdmk9cQMIX8tGvgcp4PjmiF38CnFFZ5w=" providerId="None" clId="Web-{6CB946A4-2058-47A4-A329-122012C37168}"/>
    <pc:docChg chg="addSld modSld">
      <pc:chgData name="Peter Ulf Jørgensen" userId="OS6DGetSWuehdmk9cQMIX8tGvgcp4PjmiF38CnFFZ5w=" providerId="None" clId="Web-{6CB946A4-2058-47A4-A329-122012C37168}" dt="2026-08-20T15:32:40.320" v="150" actId="20577"/>
      <pc:docMkLst>
        <pc:docMk/>
      </pc:docMkLst>
      <pc:sldChg chg="modSp">
        <pc:chgData name="Peter Ulf Jørgensen" userId="OS6DGetSWuehdmk9cQMIX8tGvgcp4PjmiF38CnFFZ5w=" providerId="None" clId="Web-{6CB946A4-2058-47A4-A329-122012C37168}" dt="2026-08-20T14:57:43.737" v="67" actId="20577"/>
        <pc:sldMkLst>
          <pc:docMk/>
          <pc:sldMk cId="0" sldId="259"/>
        </pc:sldMkLst>
        <pc:spChg chg="mod">
          <ac:chgData name="Peter Ulf Jørgensen" userId="OS6DGetSWuehdmk9cQMIX8tGvgcp4PjmiF38CnFFZ5w=" providerId="None" clId="Web-{6CB946A4-2058-47A4-A329-122012C37168}" dt="2026-08-20T14:57:43.737" v="67" actId="20577"/>
          <ac:spMkLst>
            <pc:docMk/>
            <pc:sldMk cId="0" sldId="259"/>
            <ac:spMk id="6" creationId="{00000000-0000-0000-0000-000000000000}"/>
          </ac:spMkLst>
        </pc:spChg>
      </pc:sldChg>
      <pc:sldChg chg="addSp modSp new">
        <pc:chgData name="Peter Ulf Jørgensen" userId="OS6DGetSWuehdmk9cQMIX8tGvgcp4PjmiF38CnFFZ5w=" providerId="None" clId="Web-{6CB946A4-2058-47A4-A329-122012C37168}" dt="2026-08-20T15:32:40.320" v="150" actId="20577"/>
        <pc:sldMkLst>
          <pc:docMk/>
          <pc:sldMk cId="4116048414" sldId="263"/>
        </pc:sldMkLst>
        <pc:spChg chg="add mod">
          <ac:chgData name="Peter Ulf Jørgensen" userId="OS6DGetSWuehdmk9cQMIX8tGvgcp4PjmiF38CnFFZ5w=" providerId="None" clId="Web-{6CB946A4-2058-47A4-A329-122012C37168}" dt="2026-08-20T15:32:40.320" v="150" actId="20577"/>
          <ac:spMkLst>
            <pc:docMk/>
            <pc:sldMk cId="4116048414" sldId="263"/>
            <ac:spMk id="5" creationId="{DE0F0FDA-30F0-21EE-AD87-5517D89DBA6C}"/>
          </ac:spMkLst>
        </pc:spChg>
        <pc:spChg chg="add mod">
          <ac:chgData name="Peter Ulf Jørgensen" userId="OS6DGetSWuehdmk9cQMIX8tGvgcp4PjmiF38CnFFZ5w=" providerId="None" clId="Web-{6CB946A4-2058-47A4-A329-122012C37168}" dt="2026-08-20T15:00:17.360" v="149" actId="20577"/>
          <ac:spMkLst>
            <pc:docMk/>
            <pc:sldMk cId="4116048414" sldId="263"/>
            <ac:spMk id="7" creationId="{A2443E68-3949-11F5-B6F0-9E76F80B3773}"/>
          </ac:spMkLst>
        </pc:spChg>
        <pc:picChg chg="add mod">
          <ac:chgData name="Peter Ulf Jørgensen" userId="OS6DGetSWuehdmk9cQMIX8tGvgcp4PjmiF38CnFFZ5w=" providerId="None" clId="Web-{6CB946A4-2058-47A4-A329-122012C37168}" dt="2026-08-20T14:58:49.924" v="74" actId="1076"/>
          <ac:picMkLst>
            <pc:docMk/>
            <pc:sldMk cId="4116048414" sldId="263"/>
            <ac:picMk id="2" creationId="{D9168777-27E8-2657-7C16-74D7C2A58658}"/>
          </ac:picMkLst>
        </pc:picChg>
        <pc:picChg chg="add mod">
          <ac:chgData name="Peter Ulf Jørgensen" userId="OS6DGetSWuehdmk9cQMIX8tGvgcp4PjmiF38CnFFZ5w=" providerId="None" clId="Web-{6CB946A4-2058-47A4-A329-122012C37168}" dt="2026-08-20T14:59:41.548" v="120" actId="1076"/>
          <ac:picMkLst>
            <pc:docMk/>
            <pc:sldMk cId="4116048414" sldId="263"/>
            <ac:picMk id="3" creationId="{B3A520B0-CA69-97A4-2DB4-7E5A72626655}"/>
          </ac:picMkLst>
        </pc:picChg>
      </pc:sldChg>
    </pc:docChg>
  </pc:docChgLst>
  <pc:docChgLst>
    <pc:chgData name="Peter Ulf Jørgensen" userId="OS6DGetSWuehdmk9cQMIX8tGvgcp4PjmiF38CnFFZ5w=" providerId="None" clId="Web-{BB7A3FCC-8560-4CCC-849A-61D9B270FB91}"/>
    <pc:docChg chg="modSld">
      <pc:chgData name="Peter Ulf Jørgensen" userId="OS6DGetSWuehdmk9cQMIX8tGvgcp4PjmiF38CnFFZ5w=" providerId="None" clId="Web-{BB7A3FCC-8560-4CCC-849A-61D9B270FB91}" dt="2026-08-20T16:09:52.291" v="1" actId="20577"/>
      <pc:docMkLst>
        <pc:docMk/>
      </pc:docMkLst>
      <pc:sldChg chg="modSp">
        <pc:chgData name="Peter Ulf Jørgensen" userId="OS6DGetSWuehdmk9cQMIX8tGvgcp4PjmiF38CnFFZ5w=" providerId="None" clId="Web-{BB7A3FCC-8560-4CCC-849A-61D9B270FB91}" dt="2026-08-20T16:09:52.291" v="1" actId="20577"/>
        <pc:sldMkLst>
          <pc:docMk/>
          <pc:sldMk cId="4116048414" sldId="263"/>
        </pc:sldMkLst>
        <pc:spChg chg="mod">
          <ac:chgData name="Peter Ulf Jørgensen" userId="OS6DGetSWuehdmk9cQMIX8tGvgcp4PjmiF38CnFFZ5w=" providerId="None" clId="Web-{BB7A3FCC-8560-4CCC-849A-61D9B270FB91}" dt="2026-08-20T16:09:52.291" v="1" actId="20577"/>
          <ac:spMkLst>
            <pc:docMk/>
            <pc:sldMk cId="4116048414" sldId="263"/>
            <ac:spMk id="7" creationId="{A2443E68-3949-11F5-B6F0-9E76F80B37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91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0288"/>
            <a:ext cx="5715000" cy="547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da-DK"/>
          </a:p>
        </p:txBody>
      </p:sp>
      <p:sp>
        <p:nvSpPr>
          <p:cNvPr id="3" name="Text 1"/>
          <p:cNvSpPr/>
          <p:nvPr/>
        </p:nvSpPr>
        <p:spPr>
          <a:xfrm>
            <a:off x="609600" y="2300288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Vores første “website”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588" y="928688"/>
            <a:ext cx="1928813" cy="1090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757238"/>
            <a:ext cx="838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skal uploade vores første website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09600" y="2024062"/>
            <a:ext cx="6838950" cy="1943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565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bruger Github som vores “host”</a:t>
            </a:r>
            <a:endParaRPr lang="en-US" sz="1350" dirty="0"/>
          </a:p>
          <a:p>
            <a:pPr marL="342900" indent="-342900" algn="l">
              <a:lnSpc>
                <a:spcPts val="2565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er en online platform, hvor du kan gemme, dele og samarbejde om kodeprojekter. Den hjælper med versionsstyring og gør gruppeprojekter nemmere og mere organiserede</a:t>
            </a:r>
            <a:endParaRPr lang="en-US" sz="1350" dirty="0"/>
          </a:p>
          <a:p>
            <a:pPr marL="342900" indent="-342900" algn="l">
              <a:lnSpc>
                <a:spcPts val="2565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 er her vi skal uploade mange af vores projekter til i løbet af studiet</a:t>
            </a:r>
            <a:endParaRPr lang="en-US" sz="1350" dirty="0"/>
          </a:p>
          <a:p>
            <a:pPr marL="342900" indent="-342900" algn="l">
              <a:lnSpc>
                <a:spcPts val="2565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lærer meget mere om Github, og hvad det kan bruges til, senere på studiet 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2D49D154-66DE-8F53-9057-EC50194D15EE}"/>
              </a:ext>
            </a:extLst>
          </p:cNvPr>
          <p:cNvSpPr txBox="1"/>
          <p:nvPr/>
        </p:nvSpPr>
        <p:spPr>
          <a:xfrm>
            <a:off x="1896813" y="1269580"/>
            <a:ext cx="535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-Download filen </a:t>
            </a:r>
            <a:r>
              <a:rPr lang="da-DK" dirty="0" err="1">
                <a:solidFill>
                  <a:srgbClr val="FF0000"/>
                </a:solidFill>
              </a:rPr>
              <a:t>index.html</a:t>
            </a:r>
            <a:r>
              <a:rPr lang="da-DK" dirty="0"/>
              <a:t>   -  Den ligger på </a:t>
            </a:r>
            <a:r>
              <a:rPr lang="da-DK" dirty="0" err="1"/>
              <a:t>Itslearning</a:t>
            </a:r>
            <a:endParaRPr lang="da-DK" dirty="0"/>
          </a:p>
        </p:txBody>
      </p:sp>
      <p:pic>
        <p:nvPicPr>
          <p:cNvPr id="5" name="Billede 4" descr="Et billede, der indeholder orange, Grafik, rød, design&#10;&#10;AI-genereret indhold kan være ukorrekt.">
            <a:extLst>
              <a:ext uri="{FF2B5EF4-FFF2-40B4-BE49-F238E27FC236}">
                <a16:creationId xmlns:a16="http://schemas.microsoft.com/office/drawing/2014/main" id="{C75264AF-2931-65E6-3E1A-9146BB2D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5" y="2070625"/>
            <a:ext cx="2667009" cy="266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9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D9168777-27E8-2657-7C16-74D7C2A5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42" y="1310536"/>
            <a:ext cx="3207191" cy="126258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A520B0-CA69-97A4-2DB4-7E5A7262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508" y="2576388"/>
            <a:ext cx="3808114" cy="1466285"/>
          </a:xfrm>
          <a:prstGeom prst="rect">
            <a:avLst/>
          </a:prstGeom>
        </p:spPr>
      </p:pic>
      <p:sp>
        <p:nvSpPr>
          <p:cNvPr id="5" name="Tekstfelt 1">
            <a:extLst>
              <a:ext uri="{FF2B5EF4-FFF2-40B4-BE49-F238E27FC236}">
                <a16:creationId xmlns:a16="http://schemas.microsoft.com/office/drawing/2014/main" id="{DE0F0FDA-30F0-21EE-AD87-5517D89DBA6C}"/>
              </a:ext>
            </a:extLst>
          </p:cNvPr>
          <p:cNvSpPr txBox="1"/>
          <p:nvPr/>
        </p:nvSpPr>
        <p:spPr>
          <a:xfrm>
            <a:off x="1693110" y="664130"/>
            <a:ext cx="671224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dirty="0"/>
              <a:t>-Tag et selvportræt med din telefon og overfør det til din computer</a:t>
            </a:r>
            <a:endParaRPr lang="da-DK">
              <a:ea typeface="Calibri"/>
              <a:cs typeface="Calibri"/>
            </a:endParaRPr>
          </a:p>
        </p:txBody>
      </p:sp>
      <p:sp>
        <p:nvSpPr>
          <p:cNvPr id="7" name="Tekstfelt 1">
            <a:extLst>
              <a:ext uri="{FF2B5EF4-FFF2-40B4-BE49-F238E27FC236}">
                <a16:creationId xmlns:a16="http://schemas.microsoft.com/office/drawing/2014/main" id="{A2443E68-3949-11F5-B6F0-9E76F80B3773}"/>
              </a:ext>
            </a:extLst>
          </p:cNvPr>
          <p:cNvSpPr txBox="1"/>
          <p:nvPr/>
        </p:nvSpPr>
        <p:spPr>
          <a:xfrm>
            <a:off x="2075153" y="4333793"/>
            <a:ext cx="535037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dirty="0"/>
              <a:t>-Omdøb filen </a:t>
            </a:r>
            <a:r>
              <a:rPr lang="da-DK" dirty="0">
                <a:solidFill>
                  <a:srgbClr val="000000"/>
                </a:solidFill>
              </a:rPr>
              <a:t>til </a:t>
            </a:r>
            <a:r>
              <a:rPr lang="da-DK" dirty="0">
                <a:solidFill>
                  <a:srgbClr val="FF0000"/>
                </a:solidFill>
              </a:rPr>
              <a:t>selvportrait.jpg - med små bogstaver</a:t>
            </a:r>
            <a:endParaRPr lang="da-DK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604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1285875"/>
            <a:ext cx="2847975" cy="78581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3536157"/>
            <a:ext cx="2590800" cy="11763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488" y="2876550"/>
            <a:ext cx="882330" cy="39955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14363" y="795338"/>
            <a:ext cx="7943850" cy="400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Gå til </a:t>
            </a:r>
            <a:r>
              <a:rPr lang="en-US" sz="1350" u="sng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endParaRPr lang="en-US" sz="1350" dirty="0"/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Opret en konto (Brug jeres EK mail)</a:t>
            </a:r>
            <a:endParaRPr lang="en-US" sz="1350" dirty="0"/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Opret et repository (Lager)</a:t>
            </a:r>
            <a:endParaRPr lang="en-US" sz="1350" dirty="0"/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Kald det evt. det samme som opgaven vi laver (“Link til eget site”)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463" y="790575"/>
            <a:ext cx="3819525" cy="1143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313" y="1838325"/>
            <a:ext cx="1109216" cy="6704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463" y="2424113"/>
            <a:ext cx="2514600" cy="139407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650" y="2828925"/>
            <a:ext cx="1066526" cy="65913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71488" y="438150"/>
            <a:ext cx="7943850" cy="4857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Tryk på “Upload existing file”</a:t>
            </a:r>
            <a:endParaRPr lang="en-US" sz="1350" dirty="0"/>
          </a:p>
          <a:p>
            <a:pPr marL="800100" lvl="1" indent="-342900">
              <a:lnSpc>
                <a:spcPts val="2268"/>
              </a:lnSpc>
              <a:buSzPct val="100000"/>
              <a:buChar char="•"/>
            </a:pPr>
            <a:r>
              <a:rPr lang="en-US" sz="1350" kern="0" spc="-13" dirty="0" err="1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Vælg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350" kern="0" spc="-13" dirty="0" err="1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filerne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 </a:t>
            </a:r>
          </a:p>
          <a:p>
            <a:pPr marL="800100" lvl="1" indent="-342900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index.html </a:t>
            </a:r>
            <a:r>
              <a:rPr lang="en-US" sz="1350" kern="0" spc="-13" dirty="0" err="1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og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 selvportrait.jpg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 pitchFamily="34" charset="-120"/>
              </a:rPr>
              <a:t>Upload dem</a:t>
            </a:r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Tryk på “Commit changes”</a:t>
            </a:r>
            <a:endParaRPr lang="en-US" sz="1350" dirty="0"/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Gå til “settings” &gt; “pages”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825" y="523875"/>
            <a:ext cx="3267075" cy="26812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95350"/>
            <a:ext cx="1026263" cy="8440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2871787"/>
            <a:ext cx="1002357" cy="81661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4152900"/>
            <a:ext cx="5105400" cy="5953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6212" y="3257550"/>
            <a:ext cx="586536" cy="92376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90500" y="319088"/>
            <a:ext cx="7943850" cy="3714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Vælg branch “main” (Husk at trykke “save”)</a:t>
            </a:r>
            <a:endParaRPr lang="en-US" sz="1350" dirty="0"/>
          </a:p>
          <a:p>
            <a:pPr marL="342900" indent="-342900" algn="l">
              <a:lnSpc>
                <a:spcPts val="2268"/>
              </a:lnSpc>
              <a:buSzPct val="100000"/>
              <a:buChar char="•"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 et øjeblik, tryk derefter på “visit site”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2133600"/>
            <a:ext cx="5748338" cy="1719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5913" y="900113"/>
            <a:ext cx="6429375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Jeres første website er live!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</Words>
  <Application>Microsoft Office PowerPoint</Application>
  <PresentationFormat>On-screen Show (16:9)</PresentationFormat>
  <Paragraphs>23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Karsten Løgstrup</cp:lastModifiedBy>
  <cp:revision>42</cp:revision>
  <dcterms:created xsi:type="dcterms:W3CDTF">2025-08-12T08:04:06Z</dcterms:created>
  <dcterms:modified xsi:type="dcterms:W3CDTF">2026-08-20T16:09:56Z</dcterms:modified>
</cp:coreProperties>
</file>