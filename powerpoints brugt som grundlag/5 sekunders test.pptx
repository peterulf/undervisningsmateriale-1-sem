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Raleway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481FD-B3BD-4041-BA6B-53F7C6597410}" v="2" dt="2024-10-04T11:25:49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255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kel Sinius Nielsen" userId="aW2HQ6To3ciqmWI8c5Jh3u3ncVRoR3qWLpF5jm4dj10=" providerId="None" clId="Web-{5C8481FD-B3BD-4041-BA6B-53F7C6597410}"/>
    <pc:docChg chg="modSld">
      <pc:chgData name="Mikkel Sinius Nielsen" userId="aW2HQ6To3ciqmWI8c5Jh3u3ncVRoR3qWLpF5jm4dj10=" providerId="None" clId="Web-{5C8481FD-B3BD-4041-BA6B-53F7C6597410}" dt="2024-10-04T11:25:49.667" v="1" actId="20577"/>
      <pc:docMkLst>
        <pc:docMk/>
      </pc:docMkLst>
      <pc:sldChg chg="modSp">
        <pc:chgData name="Mikkel Sinius Nielsen" userId="aW2HQ6To3ciqmWI8c5Jh3u3ncVRoR3qWLpF5jm4dj10=" providerId="None" clId="Web-{5C8481FD-B3BD-4041-BA6B-53F7C6597410}" dt="2024-10-04T11:25:49.667" v="1" actId="20577"/>
        <pc:sldMkLst>
          <pc:docMk/>
          <pc:sldMk cId="0" sldId="259"/>
        </pc:sldMkLst>
        <pc:spChg chg="mod">
          <ac:chgData name="Mikkel Sinius Nielsen" userId="aW2HQ6To3ciqmWI8c5Jh3u3ncVRoR3qWLpF5jm4dj10=" providerId="None" clId="Web-{5C8481FD-B3BD-4041-BA6B-53F7C6597410}" dt="2024-10-04T11:25:49.667" v="1" actId="20577"/>
          <ac:spMkLst>
            <pc:docMk/>
            <pc:sldMk cId="0" sldId="259"/>
            <ac:spMk id="10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4a544e23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4a544e231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84a544e23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84a544e231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4a544e23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4a544e23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ivesecondtest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usabilityhub.com/guides/five-second-testing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5 sekunders test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Virker forsiden?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Test af forside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Bruger der se på en, er hurtige til at se om det er den rigtige side. Det tager cirka 5 sekunder.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da"/>
              <a:t>Derfor bruger vi denne test til at undersøge om vores forside design kommunikere det vi gerne ville.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Hvordan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5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Find en testperson (behøver ikke være målgruppen, men prøv også på dem)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Fortæl at de nu skal se på en hjemmeside i 5 sekunder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Vis forsiden i 5 sekunder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Stil nogle spørgsmål uden at afbryde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da"/>
              <a:t>Hvad er formålet med siden?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da"/>
              <a:t>Hvilket element husker du bedst?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da"/>
              <a:t>Beskriv siden med et ord?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da"/>
              <a:t>Find selv på flere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Skriv ned hvad der bliver sagt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Passer det med hvad din plan for siden?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da"/>
              <a:t>Ændre design og test igen (når du har testet på flere personer)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Kilder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https://fivesecondtest.com/</a:t>
            </a:r>
            <a:endParaRPr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a" u="sng">
                <a:solidFill>
                  <a:schemeClr val="hlink"/>
                </a:solidFill>
                <a:hlinkClick r:id="rId4"/>
              </a:rPr>
              <a:t>https://usabilityhub.com/guides/five-second-testing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80D8D4-46A7-4529-0959-F6C700C8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Øvelse: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FB5416C-FDF2-78E9-EE72-076B7DBB8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88950" indent="-342900">
              <a:buFont typeface="+mj-lt"/>
              <a:buAutoNum type="arabicPeriod"/>
            </a:pPr>
            <a:r>
              <a:rPr lang="da-DK" dirty="0"/>
              <a:t>Brug 5 minutter på af finde på nogle spørgsmål</a:t>
            </a:r>
          </a:p>
          <a:p>
            <a:pPr marL="488950" indent="-342900">
              <a:buFont typeface="+mj-lt"/>
              <a:buAutoNum type="arabicPeriod"/>
            </a:pPr>
            <a:r>
              <a:rPr lang="da-DK" dirty="0"/>
              <a:t>Test en på hinandens forsider i 5 sekunder, i studiegrupperne (1 testperson af gangen) til alle har testet alle</a:t>
            </a:r>
          </a:p>
          <a:p>
            <a:pPr marL="488950" indent="-342900">
              <a:buFont typeface="+mj-lt"/>
              <a:buAutoNum type="arabicPeriod"/>
            </a:pPr>
            <a:r>
              <a:rPr lang="da-DK" dirty="0"/>
              <a:t>Husk at skrive ned hvad de andre siger til din forside</a:t>
            </a:r>
          </a:p>
          <a:p>
            <a:pPr marL="488950" indent="-342900">
              <a:buFont typeface="+mj-lt"/>
              <a:buAutoNum type="arabicPeriod"/>
            </a:pPr>
            <a:r>
              <a:rPr lang="da-DK" dirty="0"/>
              <a:t>Tænk over hvad du evt. kunne ændre eller hvad du skal hold fast i</a:t>
            </a:r>
          </a:p>
          <a:p>
            <a:pPr marL="146050" indent="0">
              <a:buNone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6769332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Skærmshow (16:9)</PresentationFormat>
  <Paragraphs>26</Paragraphs>
  <Slides>5</Slides>
  <Notes>4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9" baseType="lpstr">
      <vt:lpstr>Lato</vt:lpstr>
      <vt:lpstr>Arial</vt:lpstr>
      <vt:lpstr>Raleway</vt:lpstr>
      <vt:lpstr>Streamline</vt:lpstr>
      <vt:lpstr>5 sekunders test</vt:lpstr>
      <vt:lpstr>Test af forside</vt:lpstr>
      <vt:lpstr>Hvordan</vt:lpstr>
      <vt:lpstr>Kilder</vt:lpstr>
      <vt:lpstr>Øvelse: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Mikkel Sinius Nielsen</cp:lastModifiedBy>
  <cp:revision>3</cp:revision>
  <dcterms:modified xsi:type="dcterms:W3CDTF">2025-10-01T19:49:13Z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2025-10-01T19:49:11Z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d72d41a8-d3e7-4c28-a8ff-f8557f0b3c95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